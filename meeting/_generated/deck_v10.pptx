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결론부터 말씀드리면 연구 가치가 강해졌습니다. 근거 세 가지가 있고, 동시에 한계가 어디인지도 정확히 찾았습니다.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가장 큰 약점이 질문에서 첫 번째 사진이라고 위치를 알려준다는 것이었습니다. 그래서 위치를 없앤 벤치를 새로 만들었는데, 문제가 사라지기는커녕 더 커졌습니다. 3B는 아무것도 안 했을 때 찍기보다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모든 숫자는 방해 사진을 알려준 조건이었습니다. 이번에 모델이 스스로 찾게 했더니 0.52에서 0.76까지 왔습니다. 상한 0.90과의 차이는 전부 잘못 고른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FOCUS와 처음 비교했습니다. FOCUS는 무관한 사진을 구분하지 않고 사진을 하나씩만 남긴 결과를 전부 합치는 방식입니다. 두 모델 모두 우리가 유의하게 높았고, 3B에서는 FOCUS가 아무것도 안 한 것보다도 낮았습니다. 다만 공식 코드가 아니라 논문 수식을 재구성한 것이라 논문에 쓰려면 다시 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이번에 확인한 가장 중요한 결과입니다. 판별을 CLIP이 해줘도 읽기만 차단하는 쪽이 통째 삭제보다 유의하게 낫습니다. 두 모델 모두 그렇습니다. 그래서 우리 기여는 판별이 아니라 개입 방식이라고 범위를 좁혔습니다.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한계는 관련도가 있다없다로 안 나뉜다는 것입니다. 3B는 세 문항 중 한 문항에서 두 번째 사진도 절반 이상 영향을 줍니다. 판별 정확도가 정확히 그 지점에서 0.49로 무너집니다. 그리고 두 가지 주장을 접었는데 폐기가 아니라 보류입니다. 원인을 규명하고 되살릴 경로를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11주 남았습니다. 이번 주 발견에서 바로 나온 실험 두 가지를 먼저 하고, 1, 2주차 공개 벤치마크가 중단 조건입니다. 지금 결과가 전부 자체 제작 벤치와 예아니오 단답에 한정되어 있어서, 거기서 재현 안 되면 접겠습니다.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2026-08-26 · 주간 진행 보고 · 한상민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Depth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751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결론 — 연구 가치가 강해졌습니다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문제가 더 심각했다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힌트를 없앤 새 벤치에서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아무것도 안 했을 때의 판별력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(동전 던지기 0.50 이하)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615184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찾아서 고친다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1772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사진이 방해인지 안 알려줘도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772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 → 0.76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4장 조건 · 상한은 0.90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615184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798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연구보다 낫다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논문 수식을 재구성해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66760" y="349300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 vs 0.58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6760" y="42245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모델 모두 유의하게 우위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3153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3A2430"/>
          </a:solidFill>
          <a:ln w="12700">
            <a:solidFill>
              <a:srgbClr val="6B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315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4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 — 한계가 정확히 어디인지도 찾았고, 과하게 주장했던 2건은 스스로 정정했습니다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실재 여부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힌트를 없앤 새 벤치에서 문제가 더 커졌습니다</a:t>
            </a:r>
            <a:endParaRPr lang="en-US" sz="2200" dirty="0"/>
          </a:p>
        </p:txBody>
      </p:sp>
      <p:pic>
        <p:nvPicPr>
          <p:cNvPr id="4" name="Image 0" descr="/Users/hansangmin/Source-Depth/meeting/figs/wk_a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042416"/>
            <a:ext cx="90982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3B5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가장 큰 약점을 스스로 공격했는데, 결과는 문제가 더 크다는 쪽이었습니다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사진이 방해인지 알려주지 않아도 작동합니다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133856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유/무관 이미지의 위치가 무작위인 경우에도 Ours 성능이 보장되는가?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201400" cy="841248"/>
          </a:xfrm>
          <a:prstGeom prst="roundRect">
            <a:avLst>
              <a:gd name="adj" fmla="val 6522"/>
            </a:avLst>
          </a:prstGeom>
          <a:solidFill>
            <a:srgbClr val="E8F1FA"/>
          </a:solidFill>
          <a:ln w="1651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사진들 입력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섞여 있음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마스킹으로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하나씩 제외해보기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34840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답이 가장 크게 흔들리는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= 실제로 쓰이는 사진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43800" y="1737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15910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사진의 '읽기'만 차단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92440" y="1938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사진은 입력에 그대로 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779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아무것도 안 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931920" y="2688336"/>
            <a:ext cx="5852160" cy="475488"/>
          </a:xfrm>
          <a:prstGeom prst="roundRect">
            <a:avLst>
              <a:gd name="adj" fmla="val 11538"/>
            </a:avLst>
          </a:prstGeom>
          <a:solidFill>
            <a:srgbClr val="F1F4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688336"/>
            <a:ext cx="831007" cy="475488"/>
          </a:xfrm>
          <a:prstGeom prst="roundRect">
            <a:avLst>
              <a:gd name="adj" fmla="val 11538"/>
            </a:avLst>
          </a:prstGeom>
          <a:solidFill>
            <a:srgbClr val="9AA6B2"/>
          </a:solidFill>
          <a:ln/>
        </p:spPr>
      </p:sp>
      <p:sp>
        <p:nvSpPr>
          <p:cNvPr id="17" name="Text 15"/>
          <p:cNvSpPr/>
          <p:nvPr/>
        </p:nvSpPr>
        <p:spPr>
          <a:xfrm>
            <a:off x="9948672" y="27797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3438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방법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931920" y="3346704"/>
            <a:ext cx="5852160" cy="475488"/>
          </a:xfrm>
          <a:prstGeom prst="roundRect">
            <a:avLst>
              <a:gd name="adj" fmla="val 11538"/>
            </a:avLst>
          </a:prstGeom>
          <a:solidFill>
            <a:srgbClr val="F1F4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346704"/>
            <a:ext cx="3675156" cy="475488"/>
          </a:xfrm>
          <a:prstGeom prst="roundRect">
            <a:avLst>
              <a:gd name="adj" fmla="val 11538"/>
            </a:avLst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9948672" y="34381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85800" y="4096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상한 (정답을 알려준 경우)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931920" y="4005072"/>
            <a:ext cx="5852160" cy="475488"/>
          </a:xfrm>
          <a:prstGeom prst="roundRect">
            <a:avLst>
              <a:gd name="adj" fmla="val 11538"/>
            </a:avLst>
          </a:prstGeom>
          <a:solidFill>
            <a:srgbClr val="F1F4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4005072"/>
            <a:ext cx="5302057" cy="475488"/>
          </a:xfrm>
          <a:prstGeom prst="roundRect">
            <a:avLst>
              <a:gd name="adj" fmla="val 11538"/>
            </a:avLst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9948672" y="40965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0.903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931920" y="470001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점수 · 사진 4장 · 문항 300개 · 작은 모델(3B)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029200"/>
            <a:ext cx="5532120" cy="932688"/>
          </a:xfrm>
          <a:prstGeom prst="roundRect">
            <a:avLst>
              <a:gd name="adj" fmla="val 5882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389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사진이 많을수록 이득이 커집니다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54315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1장 +0.06   →   2장 +0.17   →   3장 +0.24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99632" y="5029200"/>
            <a:ext cx="5504688" cy="932688"/>
          </a:xfrm>
          <a:prstGeom prst="roundRect">
            <a:avLst>
              <a:gd name="adj" fmla="val 5882"/>
            </a:avLst>
          </a:prstGeom>
          <a:solidFill>
            <a:srgbClr val="FFF8E8"/>
          </a:solidFill>
          <a:ln w="16510">
            <a:solidFill>
              <a:srgbClr val="B06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51389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격차(0.76 → 0.90)는 전부 판별 오류입니다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28232" y="5449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사진을 잘못 고른 문항에서 발생 — 다음 장에서 그 원인을 봅니다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6개 조건 중 5개에서 통계적으로 유의. 이 표가 논문의 대표 결과가 됩니다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대비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논문 수식을 재구성해 직접 비교했습니다</a:t>
            </a:r>
            <a:endParaRPr lang="en-US" sz="2200" dirty="0"/>
          </a:p>
        </p:txBody>
      </p:sp>
      <p:pic>
        <p:nvPicPr>
          <p:cNvPr id="4" name="Image 0" descr="/Users/hansangmin/Source-Depth/meeting/figs/wk_b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1042416"/>
            <a:ext cx="86410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3B5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FOCUS는 무관한 사진을 아예 고르지 않고 전부 합칩니다. 우리는 특정해서 그 경로만 끊습니다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기여는 '어느 사진을 고르는가'가 아니라 '무엇을 자르는가'입니다</a:t>
            </a:r>
            <a:endParaRPr lang="en-US" sz="2200" dirty="0"/>
          </a:p>
        </p:txBody>
      </p:sp>
      <p:pic>
        <p:nvPicPr>
          <p:cNvPr id="4" name="Image 0" descr="/Users/hansangmin/Source-Depth/meeting/figs/wk_d_sel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024128"/>
            <a:ext cx="10479024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77B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연구 범위를 좁혔습니다: selector 경쟁이 아니라, 찾은 뒤 attention 어디를 끊는가에 대한 연구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· 접은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관련도는 '있다/없다'로 나뉘지 않습니다 — 여기가 다음 방향입니다</a:t>
            </a:r>
            <a:endParaRPr lang="en-US" sz="2200" dirty="0"/>
          </a:p>
        </p:txBody>
      </p:sp>
      <p:pic>
        <p:nvPicPr>
          <p:cNvPr id="4" name="Image 0" descr="/Users/hansangmin/Source-Depth/meeting/figs/wk_c_contin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7680960" cy="4498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987552"/>
            <a:ext cx="3337560" cy="2212848"/>
          </a:xfrm>
          <a:prstGeom prst="roundRect">
            <a:avLst>
              <a:gd name="adj" fmla="val 2479"/>
            </a:avLst>
          </a:prstGeom>
          <a:solidFill>
            <a:srgbClr val="FBEAEA"/>
          </a:solidFill>
          <a:ln w="16510">
            <a:solidFill>
              <a:srgbClr val="D627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0972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접은 주장 2건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49640" y="1389888"/>
            <a:ext cx="29718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통합 주장 (MIMIC vs CAPL)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MIMIC식 차단이 아무것도 안 한 것보다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나빴습니다. 우리 발견(사진끼리 보는 건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도움된다)과는 오히려 일관됩니다.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경로 대비 (두 상태를 빼기)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방해가 정답 쪽으로 미는 문항에서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크게 해로웠습니다.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366760" y="3310128"/>
            <a:ext cx="3337560" cy="1280160"/>
          </a:xfrm>
          <a:prstGeom prst="roundRect">
            <a:avLst>
              <a:gd name="adj" fmla="val 4286"/>
            </a:avLst>
          </a:prstGeom>
          <a:solidFill>
            <a:srgbClr val="E9F4EE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34198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방법은 안전합니다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371246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해로웠던 것은 '빼기'였고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'읽기 차단'이 아닙니다.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정답 쪽으로 미는 문항에서도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손해가 없었습니다.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366760" y="4700016"/>
            <a:ext cx="3337560" cy="1243584"/>
          </a:xfrm>
          <a:prstGeom prst="roundRect">
            <a:avLst>
              <a:gd name="adj" fmla="val 4412"/>
            </a:avLst>
          </a:prstGeom>
          <a:solidFill>
            <a:srgbClr val="F3F5F7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4809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폐기가 아니라 보류입니다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9640" y="5102352"/>
            <a:ext cx="2971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4건 전부 원인을 규명하고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되살릴 경로를 문서에 남겼습니다.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MIMIC은 층 구간을 상대 위치로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맞춰 재시도 (GPU 2시간)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6089904"/>
            <a:ext cx="11201400" cy="512064"/>
          </a:xfrm>
          <a:prstGeom prst="roundRect">
            <a:avLst>
              <a:gd name="adj" fmla="val 14286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89904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사전 등록 누적 11건 중 6건이 기준 미달·예측 반대였고, 전부 기록했습니다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계획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2027 마감까지 11주 — 중단 조건을 먼저 둡니다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1170432"/>
          </a:xfrm>
          <a:prstGeom prst="roundRect">
            <a:avLst>
              <a:gd name="adj" fmla="val 4688"/>
            </a:avLst>
          </a:prstGeom>
          <a:solidFill>
            <a:srgbClr val="1D3850"/>
          </a:solidFill>
          <a:ln w="20320">
            <a:solidFill>
              <a:srgbClr val="3E6E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발견에서 바로 나온 다음 실험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적응형 개수 — 1·2위 영향도가 비슷하면 두 장 다 남긴다 (문항마다 남길 개수를 다르게)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비례 차단 — 아예 끊거나 안 끊거나가 아니라, 관련도에 비례해 차단 강도를 조절한다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523744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2374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57400" y="25237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벤치마크 검증 (MuirBench · BLINK)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83880" y="25237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★ 핵심 단계 — 재현 안 되면 접습니다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73552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7355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57400" y="32735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모델군 1개 (LLaVA-OneVision) 포팅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3273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기전이 Qwen 고유물이 아닌가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5–7주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057400" y="4023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공식 코드 정식 재현 · 인코더 재사용 구현 후 실측 속도 · 생성 평가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8388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비교의 정당성 확보 / 예-아니오 논문 탈피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773168"/>
            <a:ext cx="11201400" cy="640080"/>
          </a:xfrm>
          <a:prstGeom prst="roundRect">
            <a:avLst>
              <a:gd name="adj" fmla="val 857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73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8–11주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57400" y="47731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초고 → 내부 리뷰 2회 → 초록 11/06 → 제출 11/13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7731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614416"/>
            <a:ext cx="11201400" cy="786384"/>
          </a:xfrm>
          <a:prstGeom prst="roundRect">
            <a:avLst>
              <a:gd name="adj" fmla="val 6977"/>
            </a:avLst>
          </a:prstGeom>
          <a:solidFill>
            <a:srgbClr val="3A2430"/>
          </a:solidFill>
          <a:ln w="15240">
            <a:solidFill>
              <a:srgbClr val="6B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70585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큰 위험: 지금 모든 결과가 저희가 만든 COCO 기반 벤치와 예/아니오 단답에 한정됩니다.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벤치마크에서 재현되지 않으면 2주차에 접겠습니다. 그 판정 기준을 지금 문서로 고정해두겠습니다.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2026-08-25T14:41:22Z</dcterms:created>
  <dcterms:modified xsi:type="dcterms:W3CDTF">2026-08-25T14:41:22Z</dcterms:modified>
</cp:coreProperties>
</file>