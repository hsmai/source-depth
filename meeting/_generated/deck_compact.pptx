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결론부터 말씀드리겠습니다. 가설의 앞부분은 확인했고, 뒷부분은 제 손으로 반증했습니다. 다만 어제 '이미 나온 연구가 있어서 접어야겠다'고 판단했던 걸 원문으로 확인해 보니 제가 수치를 잘못 읽었더군요. 그래서 1주일만 더 확인하고 진행/중단을 확정하고 싶습니다.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핵심은 대조군입니다. 방해 이미지에 물건이 있는 문항과 없는 문항을 똑같이 150개씩 두면, 뒤집힘이 물건 때문인지 아닌지 바로 구분됩니다.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숫자만 보시면 됩니다. 21%가 뒤집혔고, 81%가 회복됐고, 반대로 자르면 무너집니다. 그림은 몇 층에서 자르느냐에 따른 정답률인데, 16층 이전에 자르면 방해 이미지가 없었던 것과 같은 수준입니다.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개가 오늘 보고의 중심입니다. 특히 첫 번째 — 순서를 뒤집었더니 신호가 무너진 것 — 은 제 방법만의 문제가 아니라 얕은 층 attention을 쓰는 기존 방법들에도 해당됩니다. 두 번째는 더 단순합니다 — 계산량을 42% 줄여도 실제 응답 시간은 10%밖에 안 줄었습니다. 이론과 실측이 이만큼 벌어지면 효율성을 기여로 내세울 수 없습니다. 다만 아래 결론처럼, 같은 계산량 안에서 방해 이미지를 먼저 끊는 배분 자체는 순서를 뒤집어도 살아남았습니다.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저는 이 논문 때문에 접어야겠다고 판단했었습니다. 그런데 원문 19페이지를 직접 대조해 보니 핵심 수치를 잘못 읽었더군요. 보고된 큰 향상은 마스킹이 아니라 학습 데이터가 만든 것이고, 동일 조건에서 마스킹 단독 효과는 3.3점입니다. 게다가 파인튜닝이 전제입니다.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1주일이면 충분합니다. 인프라와 데이터가 이미 다 있어서 새로 만들 게 없습니다. 그리고 이번에도 판정 기준을 먼저 정해두고 들어가겠습니다 — 게이트 1과 2가 모두 실패하면 미련 없이 접겠습니다.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검증 실험 결과 보고 · 2026-08-12 · 한상민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가설의 앞부분은 확인됐고,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뒷부분은 제 손으로 반증했습니다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"이미지마다 계산 깊이를 다르게 주면 환각이 줄고 계산도 준다" — 3일간 6,000회 이상 측정한 결과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64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확인된 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776472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이미지가 답의 21%를 뒤집고(대조군 0%),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이미지를 차단하면 오답의 81%가 회복된다.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반대로 정답 이미지를 자르면 0.79 → 0.50으로 붕괴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5440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부작용은 3.7%뿐 · p = 6×10⁻⁷ / 4×10⁻³⁸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30632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64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무너진 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3776472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이미지를 스스로 판정하는 시점(22층)이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개입해야 하는 시점(16층)보다 늦다.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컨트롤러를 끼우면 −1.5%p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5440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자동화가 안 되면 쓸 수 없다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306324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2644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남은 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776472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가까운 연구를 원문 대조해 보니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training-free 추론시 개입과 환각 평가는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다루지 않았고, 열린 질문을 남겼다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66760" y="5440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1주일만 더 확인하고 싶습니다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생길 수밖에 없는 문항과 안 생기는 문항을 나란히 놓고 비교했다</a:t>
            </a:r>
            <a:endParaRPr lang="en-US" sz="2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이미지에 그 물건 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'없다'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 측정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(뒤집힘 예상)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대조군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'있다'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대조군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역방향 측정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0233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POPE(COCO) 600문항 · 셀당 150 · Qwen2.5-VL 3B와 7B · seed 고정 · 판정 기준 사전 동결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9224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개입: 특정 층부터 그 이미지를 참조하지 못하게 차단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92240" y="2057400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93408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없음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지금의 모델 (기준선)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2715768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2715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4·8·12·16·20·24층부터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시작 층을 바꿔가며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3374136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33741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차단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안 준 것과 비교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92240" y="4032504"/>
            <a:ext cx="5212080" cy="548640"/>
          </a:xfrm>
          <a:prstGeom prst="roundRect">
            <a:avLst>
              <a:gd name="adj" fmla="val 11667"/>
            </a:avLst>
          </a:prstGeom>
          <a:solidFill>
            <a:srgbClr val="FDF3E3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93408" y="40325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반대로 정답 이미지를 차단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검증용 — 무너져야 정상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정합성 점검 3종 통과 후 진행: 차단이 실제로 작동(98.3%) · 채점 정상(85.5%) · 마스킹≡실제삭제(100%)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60350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60350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대조군을 둔 이유: '답이 뒤집히는 것'이 우연인지 방해 이미지 때문인지 숫자로 구분하기 위해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① — 확인된 것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실재하고, 차단하면 회복되며, 그 효과는 인과적이다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EFF4F9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답이 뒤집힌 비율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조건 대조군은 0.0%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우연이 아니라 그 물건이 넘어온 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EFF4F9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874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77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차단으로 회복된 오답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 생긴 오답은 3.7% (22배)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McNemar p = 6×10⁻⁷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64592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EFF4F9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874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 → 0.50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039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이미지를 대신 차단하면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3063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우연일 확률 p = 4×10⁻³⁸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상관이 아니라 인과</a:t>
            </a:r>
            <a:endParaRPr lang="en-US" sz="1100" dirty="0"/>
          </a:p>
        </p:txBody>
      </p:sp>
      <p:pic>
        <p:nvPicPr>
          <p:cNvPr id="16" name="Image 0" descr="/Users/hansangmin/Source-Depth/results/fig1b_when_to_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4114800"/>
            <a:ext cx="7955280" cy="1783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350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60350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여기까지가 좋은 소식입니다. 다만 이 숫자들은 전부 '어느 이미지가 방해인지 아는' 조건입니다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② — 무너진 것 (오늘의 핵심)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이미지가 방해인지 스스로 알아내지 못했고, 속도 이득도 실현되지 않았다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1201400" cy="1325880"/>
          </a:xfrm>
          <a:prstGeom prst="roundRect">
            <a:avLst>
              <a:gd name="adj" fmla="val 6207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09928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82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판정하지 못한다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2588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8층에서 관련 이미지를 99.8% 맞히길래 됐다 싶었는데,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순서를 뒤집으니 0.2%. 관련도가 아니라 '첫 번째'를 보던 것.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순서를 뒤집어도 맞는 신호는 22층에서야 나오는데, 차단이 효과 있는 구간은 16층 이전.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778240" y="18470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실제로 끼워보면 무개입 대비 −1.5%p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35808"/>
            <a:ext cx="11201400" cy="1325880"/>
          </a:xfrm>
          <a:prstGeom prst="roundRect">
            <a:avLst>
              <a:gd name="adj" fmla="val 6207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72968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145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실제로는 별로 빨라지지 않았다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25880" y="351129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계산량 기준으로는 42% 절약인데, 실제 응답 시작 시간은 510ms → 461ms.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이론치의 23%밖에 실현되지 않았다.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778240" y="33101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9.7% 단축으로는 쓸 이유가 없다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498848"/>
            <a:ext cx="11201400" cy="1325880"/>
          </a:xfrm>
          <a:prstGeom prst="roundRect">
            <a:avLst>
              <a:gd name="adj" fmla="val 6207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636008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36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608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7B에서는 현상 자체가 옅다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497433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 뒤집힘이 3B 21.3% → 7B 0.7%. 단일 이미지에서 이미 94.7%라 천장 효과.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(문헌상 더 어려운 벤치에서는 7B도 −10.4%p로 남아 있음)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778240" y="47731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벤치마크를 바꿔야 측정 가능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60350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0350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다만 좋은 소식 하나: 계산량이 같을 때 '방해 이미지를 먼저 끊는' 배분이 '둘 다 똑같이 끊는' 것보다 나았고, 이미지 순서를 뒤집어도 그 이득의 80%가 유지됐습니다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③ — 그러면 이미 누가 했나?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어제는 '이미 나왔다'고 판단했는데, 원문을 보니 제가 잘못 읽었습니다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914400"/>
        </p:xfrm>
        <a:graphic>
          <a:graphicData uri="http://schemas.openxmlformats.org/drawingml/2006/table">
            <a:tbl>
              <a:tblPr/>
              <a:tblGrid>
                <a:gridCol w="3733800"/>
                <a:gridCol w="3733800"/>
                <a:gridCol w="3733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가장 가까운 연구 (2026.01, arXiv 2601.07812)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적용 방식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LoRA 파인튜닝 필수 · 8×H100 · 합성데이터 198K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추론 시 개입 (학습 없음)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마스킹 단독 효과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+3.3점 — 보고된 큰 향상은 대부분 데이터 기여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환각 평가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(POPE 언급 0회)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POPE 4셀 통제 설계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자체 벤치 밖에서는 오히려 하락 (42.7→41.2)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11201400" cy="1417320"/>
          </a:xfrm>
          <a:prstGeom prst="roundRect">
            <a:avLst>
              <a:gd name="adj" fmla="val 5806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370832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그들이 남긴 열린 질문이 우리 데이터와 맞물립니다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그들의 마스킹은 자체 벤치에서는 오르고 다른 벤치에서는 내려가는데, 왜 그런지 설명이 없습니다.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우리는 같은 개입이 질문 유형에 따라 부호가 뒤집히는 것을 이미 측정했습니다 — 단일이미지 질문에서 +21%p, 두 이미지 비교 질문에서 −51%p (3B 기준, 7B에서도 −41%p로 재현).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6035040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603504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training-free × 환각 × 질문 유형 조건부 — 이 칸은 아직 비어 있습니다. 다만 확인하려면 검증이 더 필요합니다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1주일 안에 진행/중단을 확정하겠습니다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균형화 재측정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78992" y="190195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이미지를 2번 자리로 옮겨 재측정 — 중간집계 결과 배분 이득 80% 유지(양방향 평균 +30.7%p)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492240" y="160934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배분 이득이 실재하는가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신호 확장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268833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질량 대신 vision feature · hidden state probe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492240" y="239572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얕은 층에서 판정 가능한가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 게이트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347472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유형은 텍스트만으로 0층에서 판정 가능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492240" y="318211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−51%p 실패를 피할 수 있는가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대조군 보강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78992" y="426110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배분 · 완전 제거 상한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492240" y="396849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이득이 강건한가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73168"/>
            <a:ext cx="402336" cy="402336"/>
          </a:xfrm>
          <a:prstGeom prst="ellipse">
            <a:avLst/>
          </a:prstGeom>
          <a:solidFill>
            <a:srgbClr val="7EC8F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47183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 열린 질문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78992" y="504748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마스킹이 언제 도움/해가 되는지 질문 유형 축으로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6492240" y="47548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우리 기여가 성립하는가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66928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760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중단 규칙을 먼저 정해두겠습니다 — 게이트 1과 2가 모두 실패하면 이 주제는 접고 다른 방향으로 넘어가겠습니다.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1장 · 기존 코드·데이터 전부 재사용 · 새로 만들 인프라 없음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유형에 따라 최적 깊이가 정반대 — 두 스케일 모두</a:t>
            </a:r>
            <a:endParaRPr lang="en-US" sz="2300" dirty="0"/>
          </a:p>
        </p:txBody>
      </p:sp>
      <p:pic>
        <p:nvPicPr>
          <p:cNvPr id="4" name="Image 0" descr="/Users/hansangmin/Source-Depth/results/fig6_xcross_both_sc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'두 이미지 모두에 X가 있나?' 정답 '아니오' — 2번 이미지를 반드시 확인해야 함. 3B 0.760→0.250(−51%p), 7B 0.950→0.540(−41%p)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계산량은 똑같이 두고 배분만 바꿨을 때 (어느 쪽이 방해인지 아는 조건)</a:t>
            </a:r>
            <a:endParaRPr lang="en-US" sz="2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783080"/>
          <a:ext cx="9784080" cy="1645920"/>
        </p:xfrm>
        <a:graphic>
          <a:graphicData uri="http://schemas.openxmlformats.org/drawingml/2006/table">
            <a:tbl>
              <a:tblPr/>
              <a:tblGrid>
                <a:gridCol w="1956816"/>
                <a:gridCol w="1956816"/>
                <a:gridCol w="1956816"/>
                <a:gridCol w="1956816"/>
                <a:gridCol w="195681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이미지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총 계산량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정확도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일괄 (기존 방식)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16층까지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16층까지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+ 16 = 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차등 (우리)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4층까지만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28층까지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+ 28 = 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37490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계산량이 정확히 같은데 정확도는 28.7%p 차이난다 — 예산을 똑같이 나누는 것보다 필요한 쪽에 몰아주는 편이 낫다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이유는 단순하다: 일괄 방식은 정답 이미지까지 16층에서 잘라버려 정작 필요한 정보를 함께 날린다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순서를 뒤집어 재측정해도 이득의 80%가 유지됐다 (원순서 +34.2%p → 뒤집기 +27.3%p, 양방향 평균 +30.7%p)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7B에서도 같은 방향 — 38.9% 절감 구간에서 0.802 vs 0.715 (+8.7%p). 무개입 기준선은 0.790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한계: 비교 대상인 일괄 차단(0.550)이 무개입(0.790)보다도 낮은 약한 baseline이다. random 배분 대조군으로 보강해야 한다 (게이트 4)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어느 쪽이 방해인지 미리 알려준 조건(oracle)에서의 상한값이다 — 이것을 자동 판정하는 부분이 무너진 지점(본편 4번 슬라이드)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"적응적"이라는 표현은 못 쓴다 — 문항마다 깊이를 바꿀 필요가 없었다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691640"/>
          <a:ext cx="9235440" cy="1554480"/>
        </p:xfrm>
        <a:graphic>
          <a:graphicData uri="http://schemas.openxmlformats.org/drawingml/2006/table">
            <a:tbl>
              <a:tblPr/>
              <a:tblGrid>
                <a:gridCol w="2308860"/>
                <a:gridCol w="2308860"/>
                <a:gridCol w="2308860"/>
                <a:gridCol w="23088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문항에 같은 층 하나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문항마다 최적 층을 안다면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1 (n=150)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+2.7%p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2 (n=150)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+2.7%p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56616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문항의 66%는 어느 층에서 끊어도 정답이라, 문항별로 최적화할 여지 자체가 거의 없다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 필요한 것은 '문항마다 조절하는 컨트롤러'가 아니라 '고정 스케줄 하나 + 어느 이미지가 방해인지'뿐이다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선행연구도 같은 방향 — γ-MoD(ICLR'25)는 깊이 여유도를 오프라인 50샘플로 한 번 정하고 고정한다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나쁜 소식: 연구 이름의 "적응적"을 못 쓴다.  좋은 소식: 방법이 훨씬 단순해진다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4400" y="5760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'이미지 간' 차등(방해는 얕게, 관련은 깊게)은 이것과 별개이며 유효하다 — 본편 참조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신호를 층·head별로 전수 탐색한 결과</a:t>
            </a:r>
            <a:endParaRPr lang="en-US" sz="2300" dirty="0"/>
          </a:p>
        </p:txBody>
      </p:sp>
      <p:pic>
        <p:nvPicPr>
          <p:cNvPr id="4" name="Image 0" descr="/Users/hansangmin/Source-Depth/results/fig4_controller_feature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069848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순서를 뒤집어도 맞는 head: 얕은 층 0.31~0.51(무작위), layer 22에서 0.882가 최고. 개입이 유효한 구간은 16층 이전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재현성 · 한계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환경: RTX 3090/A6000 1장 · torch 2.5.1+cu121 · transformers 4.52.3 · Qwen2.5-VL-3B(36층)/7B(28층) · BF16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규모: 본 실험 600문항×10조건 + 확장 실험 약 25,000회 forward · seed 42 · 판정 기준 사전 동결 · 오류 중단 0건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코드·데이터·raw 결과 전부 버전 관리 (github.com/hsmai/Source-Depth)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한계: 이미지 2장 세팅 · 단일 물체 yes/no 질문 중심 · POPE는 7B에게 천장(단일 94.7%) · 실측 속도는 프로토타입 · 컨트롤러 결론은 'training-free × 마지막 토큰 attention' 조건 한정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2026-08-12T05:13:43Z</dcterms:created>
  <dcterms:modified xsi:type="dcterms:W3CDTF">2026-08-12T05:13:43Z</dcterms:modified>
</cp:coreProperties>
</file>