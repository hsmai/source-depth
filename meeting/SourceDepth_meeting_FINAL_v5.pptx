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보고는 세 가지입니다. 문제가 실재한다는 인과 증거, 그 원인이 정확히 어느 경로인지, 그리고 오라클 없이 작동하는 컨트롤러를 찾았다는 것입니다. 특히 두 번째가 이번 연구의 중심 기여입니다.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두 가지입니다. 첫째, 오염 압력이 양방향입니다 — 한쪽 방향만 보면 7B에서 현상을 놓칩니다. 실제로 저희가 처음에 그 실수를 했습니다. 둘째, 지표를 AUC로 잡았습니다. 정확도만 보면 예/아니오 비율이 이동한 것을 판별력 개선으로 착각합니다.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표를 보시면 방해 이미지가 늘수록 판별력이 단조 감소합니다. 3장이면 0.521, 사실상 우연입니다. 그런데 차단하면 어느 경우든 0.904로 돌아옵니다. 회복률이 방해 수와 무관하게 99%라는 게 중요합니다 — 정보가 손상된 게 아니라 가려져 있었다는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핵심입니다. 두 배치에서 각각 쟀습니다. 뒤집은 배치에서는 관련 이미지가 방해 이미지를 볼 수 있으므로 표현 오염 경로가 실제로 존재합니다. 그런데 그 경로를 끊으면 파국적으로 나빠집니다. 즉 이미지끼리 정보를 주고받는 것은 오염원이 아니라 보호막입니다. 그리고 더 중요한 건 오른쪽입니다. 질문의 읽기 경로만 끊는 것이 무관 이미지를 통째로 지우는 것보다 낫습니다. 지우면 유익한 맥락화까지 잃기 때문입니다. 사전에 적어둔 예측 두 개가 모두 틀렸는데, 틀린 방향이 저희 결론을 오히려 강하게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교수님께서 물어보실 만한 것을 미리 답해두었습니다. CLIP 같은 작은 모듈로 앞에서 걸러내면 되지 않느냐는 질문인데, 두 가지로 답합니다. 첫째, 최적 정책이 질문 유형에 따라 다릅니다. 둘째, 앞단 selector의 오판은 복구가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선행연구를 네 축으로 조사했고 고위협 논문 다섯 편은 원문까지 확인했습니다. 그 결과 처음에 novelty로 생각했던 세 가지는 쓸 수 없다는 걸 알았습니다. 대신 더 좁고 확실한 자리가 열렸습니다. 특히 CAPL과 SoFA는 attention을 여는 방향, MIMIC은 막는 방향으로 정반대 처방을 냈는데, 저희 경로 분해가 이 모순을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그동안 막혀 있던 부분입니다. attention으로 관련 이미지를 판정하려는 시도는 계속 실패했습니다. 위치 편향 때문이었고, 선행연구가 제시한 RoPE 제거 처방을 적용해도 안 됐습니다. 그래서 신호를 완전히 바꿨습니다. 이미지를 하나씩 빼보고 답이 가장 크게 움직이는 것을 관련 이미지로 봅니다. 위치를 아예 참조하지 않으니 위치 편향이 원천적으로 불가능합니다.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여러 개를 시험했고 트레이드오프가 분명합니다. 하드 차단은 계산을 줄이지만 오라클이 필요합니다. 대조 디코딩은 정확도가 가장 좋지만 forward가 두 번입니다. 반사실 컨트롤러는 오라클이 필요 없지만 N+1번입니다. 그리고 처음에 생각했던 negative attention은 폐기합니다. 조사해보니 GPAM 계열은 전부 아키텍처 변경과 학습이 필요하고, 학습 없이 할 수 있는 건 결국 저희 마스크의 연속판이었습니다.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불리한 것을 먼저 말씀드립니다. 가장 큰 문제는 벤치마크입니다. 지금 질문이 첫 번째 이미지라고 위치를 지목하기 때문에 앞단 모듈이 텍스트만 읽어도 됩니다. 이건 설계 결함이고 바꿔야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계획입니다. 가장 중요한 건 2주차입니다. 공개 벤치마크에서 재현되지 않으면 접겠습니다. 지금까지 사전 등록을 네 번 했고 그중 두 번은 실패로 기록했습니다. 이번에도 같은 방식으로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연구 방향 보고 · 2026-08-14 ·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멀티이미지 환각은 '이미지가 섞여서'가 아니라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'질문이 잘못 읽어서' 생깁니다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 개입으로 두 경로를 분리했고, 상반된 처방을 낸 기존 연구들이 동시에 설명됩니다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실재한다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이미지 3장이면 3B의 판별력이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 → 0.521 (우연 수준)으로 붕괴.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차단하면 0.904로 99% 복구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 · 두 스케일 · 위치 무관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원인이 예상과 반대였다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혼합을 끊으면 오히려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−0.29 / −0.42로 크게 나빠진다.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혼합이 아니라 읽기 단계에 있다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가설을 우리 손으로 반증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없이 작동한다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기반 컨트롤러 0.730 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손익분기 0.569. 무관 입력이 많을수록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방법이 더 잘 작동한다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N=3에서 무개입 대비 +18.2%p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생길 수밖에 없는 문항을 만들고, 개입만 바꿔가며 인과를 잽니다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이미지에 질의 객체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압력 방향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"있다"고 말하게 밀어냄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"없다"고 말하게 밀어냄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2871216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양쪽 모두 방해 이미지가 오답 방향으로 압력을 준다 → 판별력에 최대 부하. 정답이 균형이라 AUC 계산 가능.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3310128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방식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" y="3730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4D attention mask에 방해 이미지의 KV 열만 차단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토큰을 실제로 삭제한 것과 예측 100% 일치 확인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3310128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336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지표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73368" y="3730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(임계값 무관) — 정확도는 yes/no 비율 이동과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저하를 구분하지 못해 보조로만 사용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480560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4608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이미지가 물리적으로 전부 입력에 존재.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차이는 KV 가시성 하나뿐 → 인과 해석 성립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4480560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4608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73368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3B·7B 각 n=300 × 방해 1~3장 × 조건 10종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모델당 3,000회. seed 고정, 사전 등록 후 실행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1 — 문제 실존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이미지 3장이면 3B의 판별력이 우연 수준까지 무너집니다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차단(T0)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 (7B)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 (7B)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(1장 단독)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· n=300 · 정답 균형 150/150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4088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3장에서 3B의 판별력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동전 던지기(0.500)와 구분되지 않는다.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임계값 정확도는 0.460으로 우연 이하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9392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80560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차단으로 회복되는 손상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80560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몇 장이든 회복률이 같다.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정보가 파괴된 게 아니라 가려져 있었다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55864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−0.1765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57032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손상이 방해 수에 비례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57032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[−0.217, −0.136]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등록 통과선의 9배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7B는 손상이 6~13배 작고 방해 수에 비례하지 않습니다. 이 현상은 소형 모델에서 압도적입니다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2 — 원인 특정 (오늘의 핵심)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'이미지가 섞여서'가 아니라 '질문이 잘못 읽어서' 생깁니다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순서를 바꿔 두 배치에서 각각 잽니다. 뒤집은 순서에서는 관련 이미지가 방해를 볼 수 있어 표현 오염 경로가 실제로 존재합니다.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혼합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(이미지 → 이미지)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읽기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(질문 → 방해)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전면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원순서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뒤집기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0.5679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0.8894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원순서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뒤집기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0.8781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0.8983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529584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6484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이미지 간 흐름은 오염원이 아니라 보호막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95935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혼합을 끊으면 네 조건 모두 크게 나빠집니다 (−0.23 ~ −0.43).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뒤집은 배치에는 표현 오염 경로가 실제로 존재하는데도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그렇습니다 — 자명한 결과가 아니라 측정된 사실입니다.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9632" y="3529584"/>
            <a:ext cx="5504688" cy="1481328"/>
          </a:xfrm>
          <a:prstGeom prst="roundRect">
            <a:avLst>
              <a:gd name="adj" fmla="val 4938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232" y="364845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읽기만 끊는 것이 통째로 지우는 것보다 낫다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28232" y="3959352"/>
            <a:ext cx="50474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뒤집은 배치 3B: 읽기 차단 0.9078 &gt; 전면 차단 0.8894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[+0.007, +0.031], 회복률 121%.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지우면 유익한 맥락화까지 함께 잃습니다.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513892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최적 개입은 '무관 이미지를 제거'가 아니라 '다른 이미지에게는 보이게 두고, 질문의 읽기 경로만 끊는 것'입니다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n=300/조건 · AUC · 4D mask의 (질의 행 × 키 열) 사각형 단위 개입 · 사전 예측 2개가 틀렸고 그 방향이 결론을 강화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기존 연구의 '제거'와 '개방' 어느 쪽과도 다른 처방입니다. 경로를 나누면 둘 다 설명됩니다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3 — 경계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attention이 필요한지는 질문 유형이 정합니다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유형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이미지끼리 서로 못 보게 하면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존재 확인 (any)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 중에 X가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+0.0009 — 단 이 태스크는 AUC 0.99로 천장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 불가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존재 확인 (all)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"모두 X를 담고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0층부터 고립 −0.055 (유의)   ·   16층부터 고립 −0.005 (거의 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초반만 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 (both)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"둘 다 X가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R1 −12.0%p · 7B R1 −9.0%p · RB −16.0%p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145536"/>
            <a:ext cx="11201400" cy="2212848"/>
          </a:xfrm>
          <a:prstGeom prst="roundRect">
            <a:avLst>
              <a:gd name="adj" fmla="val 3719"/>
            </a:avLst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291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통합은 앞쪽 16층에서 끝납니다 — 설계 가설('뒤쪽에서 통합')과 반대이고, 이것이 효율 트랙의 근거가 됩니다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3621024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'앞단에 작은 모듈을 두면 되지 않나'에 대한 답입니다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950208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앞단 selector는 이미지 단위 all-or-nothing이지만, 최적 정책은 질문 유형과 층에 따라 갈립니다. all-of-3처럼 모든 이미지가 정답에 관여하는 질문에서는 버릴 대상 자체가 없습니다.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CLIP selector는 우연 수준입니다 — N=1·2·3에서 0.51 / 0.39 / 0.33 (무작위 0.50 / 0.33 / 0.25). 방해 이미지가 질의 객체를 담고 있으면 의미 유사도는 오히려 방해 쪽을 고릅니다. 오염이 일어나는 바로 그 상황에서 틀립니다. 같은 문항에서 반사실 컨트롤러는 0.69 / 0.71 / 0.73입니다.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현 벤치마크는 관련도를 위치로 정의하므로 텍스트를 파싱하는 selector는 100%입니다 — 이 비교는 '의미 유사도로는 안 된다'까지만 보입니다 (슬라이드 9 한계①)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무엇을·언제 막을지는 질문 유형과 층이 함께 정합니다. 이미지만 보고 미리 거를 수 있는 문제가 아닙니다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대조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연구는 정반대 처방을 내놓았고, 우리 분해가 둘 다 설명합니다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하나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개입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불필요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무관 이미지 실험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 2508.13744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타깃 외 이미지를 픽셀 노이즈로 가림, N+1회 forward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MIMIC  2601.07812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12–23에서 inter-image를 균일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CAPL  2603.07048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cross-image attention을 오히려 연다 + DPO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SoFA  CVPR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↔ 양방향 mask 보간 (2층 간격)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RSCD  2603.23934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중간층 text→text 차단 + 대조 디코딩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950208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쓰면 안 되는 주장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"training-free 개입" — FOCUS·RSCD·SoFA가 이미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"layer 단위 개입" — 4편 모두 이미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"인과 검증 방법론" — RSCD가 layer sweep 국소화 수행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9632" y="3950208"/>
            <a:ext cx="5504688" cy="1600200"/>
          </a:xfrm>
          <a:prstGeom prst="roundRect">
            <a:avLst>
              <a:gd name="adj" fmla="val 4571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있는 자리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9944" y="4389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이미지↔이미지 edge의 layer 분해 knockout — 0편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(기존 knockout은 전부 모달리티 간 edge만)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무관 이미지 '하나만' 골라 차단 — pruning 25편 중 0편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무관 이미지 레짐 자체를 CAPL·SoFA는 실험 안 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CAPL·SoFA는 "열어라", MIMIC은 "막아라". 둘 다 맞았습니다 — 서로 다른 경로를 건드리고 있었습니다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4 — 오라클 없이 작동하는가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신호를 attention에서 인과적 반사실로 바꾸자 컨트롤러가 작동했습니다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얕은 층 위치무관 정확도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시도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질량 (RoPE 유·무 모두)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 — 우연. 22층에서야 0.91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이미지를 하나씩 빼보고 답이 얼마나 움직이는지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위치를 참조하지 않음 → 편향 구조적 불가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88920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컨트롤러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손익분기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실현 성능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0.6669  (−3.1%p)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0.7126  (+10.6%p)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0.7028  (+18.2%p)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0.8884  (+1.9%p)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0.8928  (+1.9%p)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828032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3B에서는 두 곡선이 반대로 움직여 N=2에서 교차합니다.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컨트롤러는 방해가 늘수록 정확해지고(0.693 → 0.730), 손익분기는 내려갑니다(0.761 → 0.569).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7B에서는 컨트롤러가 0.95로 훨씬 정확한데도 손익분기가 0.97이라 순이득이 남지 않습니다 — 고칠 손상 자체가 작기 때문입니다. 컨트롤러가 되는 곳에는 고칠 게 없고, 고칠 게 많은 곳에서 컨트롤러가 겨우 됩니다.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n=300/모델. 컨트롤러 정확도와 손익분기는 정확한 값이며, '실현 성능'은 오판 시 조건을 근사한 낙관값 — 0.730 &gt; 0.569 판정은 근사에 의존하지 않음. forward N+1회 필요(정확도 트랙)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방법의 가치는 소형 모델 + 다수 무관 입력 레짐에 있습니다. 7B 이상은 "되지만 고칠 게 없다"가 정직한 서술입니다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후보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트랙과 효율 트랙은 다른 지점입니다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N=3 AUC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계산량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오라클 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하드 차단 (T0)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1× (절감)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 디코딩 (β=1)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반사실 컨트롤러 +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(참고) 1장만 준 상한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602736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강도는 연속입니다 — 앞단 selector에는 없는 축 (방해 1장, 3B, n=300)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13632"/>
          <a:ext cx="11201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(억제 강도)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무개입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 하드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0.8092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71830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λ=4만 줘도 손상의 74%를 회수합니다. selector의 오판은 AUC 0.015~0.043으로 복구 불가지만, 개입은 강도를 낮춰 비용을 비례적으로 줄일 수 있습니다.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02920" y="5047488"/>
            <a:ext cx="11201400" cy="914400"/>
          </a:xfrm>
          <a:prstGeom prst="roundRect">
            <a:avLst>
              <a:gd name="adj" fmla="val 9000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1389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 디코딩이 '1장만 준 상한'을 넘습니다 — 제거가 아니라 오염의 크기를 증거로 쓰기 때문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544982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끝점을 빼기만 한 '차이 신호'도 단독으로 AUC 0.9370 — 차단본(0.9041)보다 높습니다. 방해가 답을 많이 밀어낸 문항이 곧 틀릴 뻔한 문항이기 때문입니다.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가설 정정에 따라 'neg attention으로 뒤쪽 층에서 분리'는 폐기합니다 — 분리할 대상이 문제가 아니었습니다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이 연구를 무너뜨릴 수 있는 것 세 가지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14447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벤치마크가 위치로 대상을 지목한다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17556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"첫 번째 이미지에"로 시작하므로, 앞단 모듈이 텍스트만 파싱해도 100% 맞힙니다.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벤치마크로는 '내부 개입이어야 하는 이유'를 증명할 수 없습니다.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23408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관련도가 추론의 결과인 질문으로 교체 — all-of-3 세트 측정 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99232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6736" y="29809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성능이 아직 오라클 상한에 크게 못 미친다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2918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N=3에서 오라클 0.904 vs 실현 0.703. 손상의 절반만 회수합니다.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forward N+1회라 효율 이득이 없습니다.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16736" y="38770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컨트롤러 신호 개선 + 소프트 개입(λ)으로 오판 비용 완화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535424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5171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벤치마크에서 아직 보이지 않았다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482803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CAPL은 "추론시 attention 수정만으로는 일시적 개선"이라고 선점 반론을 폈습니다.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BLINK·MUIRBench 같은 공개 벤치에서 재현해야 이 반론을 막습니다.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16736" y="54132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다음 단계 1순위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셋 다 알고 있고, 셋 다 측정으로 답할 수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계획 — 각 주마다 중단 조건을 미리 정해둡니다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 교체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92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지목 질문 → 관련도가 추론의 결과인 질문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(all-of-3, 속성 비교, 다단계 참조)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0" y="1645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앞단 selector가 원리적으로 못 푸는가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벤치 재현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8437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· MUIRBench · MIRB에서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분해와 회복률이 재현되는가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2697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CAPL의 "일시적 개선" 반론 방어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강화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895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신호 + 소프트 개입(λ) 결합,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FOCUS(픽셀 노이즈)와 직접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3749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N+1 비용에서 우리가 이기는가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00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654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9469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3계열 이상 모델로 확장,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초안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4800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705856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79729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조건: W2에서 표준 벤치 재현이 실패하면 이 방향은 접습니다.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자원: GPU 1장 · 기존 코드·데이터 전부 재사용 · 지금까지 사전 등록 4건, 그중 2건은 실패로 기록했습니다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2026-08-18T07:17:02Z</dcterms:created>
  <dcterms:modified xsi:type="dcterms:W3CDTF">2026-08-18T07:17:02Z</dcterms:modified>
</cp:coreProperties>
</file>