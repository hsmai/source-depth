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결론부터 말씀드리면 연구 가치가 강해졌습니다. 근거 세 가지가 있고, 동시에 한계가 어디인지도 정확히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 가장 큰 약점이 질문에서 첫 번째 사진이라고 위치를 알려준다는 것이었습니다. 그래서 위치를 없앤 벤치를 새로 만들었는데, 문제가 사라지기는커녕 더 커졌습니다. 3B는 아무것도 안 했을 때 찍기보다 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 모든 숫자는 방해 사진을 알려준 조건이었습니다. 이번에 모델이 스스로 찾게 했더니 0.52에서 0.76까지 왔습니다. 상한 0.90과의 차이는 전부 잘못 고른 경우입니다.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FOCUS와 처음 비교했습니다. FOCUS는 무관한 사진을 구분하지 않고 사진을 하나씩만 남긴 결과를 전부 합치는 방식입니다. 두 모델 모두 우리가 유의하게 높았고, 3B에서는 FOCUS가 아무것도 안 한 것보다도 낮았습니다. 다만 공식 코드가 아니라 논문 수식을 재구성한 것이라 논문에 쓰려면 다시 재야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이번에 확인한 가장 중요한 결과입니다. 판별을 CLIP이 해줘도 읽기만 차단하는 쪽이 통째 삭제보다 유의하게 낫습니다. 두 모델 모두 그렇습니다. 그래서 우리 기여는 판별이 아니라 개입 방식이라고 범위를 좁혔습니다.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한계는 관련도가 있다없다로 안 나뉜다는 것입니다. 3B는 세 문항 중 한 문항에서 두 번째 사진도 절반 이상 영향을 줍니다. 판별 정확도가 정확히 그 지점에서 0.49로 무너집니다. 그리고 두 가지 주장을 접었는데 폐기가 아니라 보류입니다. 원인을 규명하고 되살릴 경로를 남겼습니다.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다음 단계는 경쟁 방법과 같은 벤치, 같은 모델에서 직접 붙는 것입니다. 다행히 FOCUS가 저희와 같은 Qwen2.5-VL 3B, 7B로 공개 벤치마크를 평가했고 코드도 공개돼 있습니다. 같은 벤치에 저희 방법을 올리면 공개 벤치 검증과 FOCUS 직접 비교가 한 번에 끝납니다. 여기서 밀리면 방법 논문이 아니라 기전 분석 논문으로 방향을 바꾸겠습니다.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2026-08-26 · 주간 진행 보고 · 한상민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Depth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75104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결론 — 연구 가치가 강해졌습니다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798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문제가 더 심각했다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힌트를 없앤 새 벤치에서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34930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68680" y="4224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 처리도 안 했을 때의 판별력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(동전 던지기 0.50 이하)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615184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98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스스로 찾아서 고친다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61772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사진이 방해인지 안 알려줘도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17720" y="34930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 → 0.764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17720" y="4224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4장 조건 · 상한은 0.903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2615184"/>
            <a:ext cx="3566160" cy="2651760"/>
          </a:xfrm>
          <a:prstGeom prst="roundRect">
            <a:avLst>
              <a:gd name="adj" fmla="val 2069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7980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연구보다 낫다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31272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논문 수식을 재구성 (사진 2장)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366760" y="349300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0.756 vs 0.583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66760" y="42245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조건에서 두 모델 모두 우위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공식 코드 재현은 다음 단계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43153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3A2430"/>
          </a:solidFill>
          <a:ln w="12700">
            <a:solidFill>
              <a:srgbClr val="6B3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동시에 — 한계가 정확히 어디인지도 찾았고, 과하게 주장했던 2건은 스스로 정정했습니다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실재 여부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 힌트를 없앤 새 벤치에서 문제가 더 커졌습니다</a:t>
            </a:r>
            <a:endParaRPr lang="en-US" sz="2200" dirty="0"/>
          </a:p>
        </p:txBody>
      </p:sp>
      <p:pic>
        <p:nvPicPr>
          <p:cNvPr id="4" name="Image 0" descr="/Users/hansangmin/Source-Depth/meeting/figs/wk_a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4208" y="1042416"/>
            <a:ext cx="8860536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6089904"/>
            <a:ext cx="11201400" cy="512064"/>
          </a:xfrm>
          <a:prstGeom prst="roundRect">
            <a:avLst>
              <a:gd name="adj" fmla="val 14286"/>
            </a:avLst>
          </a:prstGeom>
          <a:solidFill>
            <a:srgbClr val="1F3B57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6089904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가장 큰 약점을 스스로 공격했는데, 결과는 문제가 더 크다는 쪽이었습니다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실현 성능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사진이 방해인지 알려주지 않아도 작동합니다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지금까지 모든 수치는 방해 사진을 알려준 조건이었습니다. 컨트롤러를 포함한 '실현' 수치를 처음 쟀습니다.  (이 벤치는 관련 사진이 항상 첫 번째 — 위치를 섞은 결과는 2·5페이지)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201400" cy="841248"/>
          </a:xfrm>
          <a:prstGeom prst="roundRect">
            <a:avLst>
              <a:gd name="adj" fmla="val 6522"/>
            </a:avLst>
          </a:prstGeom>
          <a:solidFill>
            <a:srgbClr val="E8F1FA"/>
          </a:solidFill>
          <a:ln w="1651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사진들 입력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1938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섞여 있음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8620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34840" y="1591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마스킹으로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하나씩 제외해보기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434840" y="1938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답이 가장 크게 흔들리는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 = 실제로 쓰이는 사진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43800" y="1737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92440" y="1591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사진의 '읽기'만 차단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92440" y="193852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사진은 입력에 그대로 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7797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아무것도 안 함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931920" y="2688336"/>
            <a:ext cx="5852160" cy="475488"/>
          </a:xfrm>
          <a:prstGeom prst="roundRect">
            <a:avLst>
              <a:gd name="adj" fmla="val 11538"/>
            </a:avLst>
          </a:prstGeom>
          <a:solidFill>
            <a:srgbClr val="F1F4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2688336"/>
            <a:ext cx="831007" cy="475488"/>
          </a:xfrm>
          <a:prstGeom prst="roundRect">
            <a:avLst>
              <a:gd name="adj" fmla="val 11538"/>
            </a:avLst>
          </a:prstGeom>
          <a:solidFill>
            <a:srgbClr val="9AA6B2"/>
          </a:solidFill>
          <a:ln/>
        </p:spPr>
      </p:sp>
      <p:sp>
        <p:nvSpPr>
          <p:cNvPr id="17" name="Text 15"/>
          <p:cNvSpPr/>
          <p:nvPr/>
        </p:nvSpPr>
        <p:spPr>
          <a:xfrm>
            <a:off x="9948672" y="277977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0.521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85800" y="343814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방법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931920" y="3346704"/>
            <a:ext cx="5852160" cy="475488"/>
          </a:xfrm>
          <a:prstGeom prst="roundRect">
            <a:avLst>
              <a:gd name="adj" fmla="val 11538"/>
            </a:avLst>
          </a:prstGeom>
          <a:solidFill>
            <a:srgbClr val="F1F4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1920" y="3346704"/>
            <a:ext cx="3675156" cy="475488"/>
          </a:xfrm>
          <a:prstGeom prst="roundRect">
            <a:avLst>
              <a:gd name="adj" fmla="val 11538"/>
            </a:avLst>
          </a:prstGeom>
          <a:solidFill>
            <a:srgbClr val="2E8B57"/>
          </a:solidFill>
          <a:ln/>
        </p:spPr>
      </p:sp>
      <p:sp>
        <p:nvSpPr>
          <p:cNvPr id="21" name="Text 19"/>
          <p:cNvSpPr/>
          <p:nvPr/>
        </p:nvSpPr>
        <p:spPr>
          <a:xfrm>
            <a:off x="9948672" y="343814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0.764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85800" y="4096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상한 (정답을 알려준 경우)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3931920" y="4005072"/>
            <a:ext cx="5852160" cy="475488"/>
          </a:xfrm>
          <a:prstGeom prst="roundRect">
            <a:avLst>
              <a:gd name="adj" fmla="val 11538"/>
            </a:avLst>
          </a:prstGeom>
          <a:solidFill>
            <a:srgbClr val="F1F4F7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31920" y="4005072"/>
            <a:ext cx="5302057" cy="475488"/>
          </a:xfrm>
          <a:prstGeom prst="roundRect">
            <a:avLst>
              <a:gd name="adj" fmla="val 11538"/>
            </a:avLst>
          </a:prstGeom>
          <a:solidFill>
            <a:srgbClr val="6B7280"/>
          </a:solidFill>
          <a:ln/>
        </p:spPr>
      </p:sp>
      <p:sp>
        <p:nvSpPr>
          <p:cNvPr id="25" name="Text 23"/>
          <p:cNvSpPr/>
          <p:nvPr/>
        </p:nvSpPr>
        <p:spPr>
          <a:xfrm>
            <a:off x="9948672" y="40965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0.903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3931920" y="4700016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판별력 점수 · 사진 4장 · 문항 300개 · 작은 모델(3B)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5029200"/>
            <a:ext cx="5532120" cy="932688"/>
          </a:xfrm>
          <a:prstGeom prst="roundRect">
            <a:avLst>
              <a:gd name="adj" fmla="val 5882"/>
            </a:avLst>
          </a:prstGeom>
          <a:solidFill>
            <a:srgbClr val="E9F4EE"/>
          </a:solidFill>
          <a:ln w="16510">
            <a:solidFill>
              <a:srgbClr val="2E8B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사진이 많을수록 이득이 커집니다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" y="54315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1장 +0.06   →   2장 +0.17   →   3장 +0.24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99632" y="5029200"/>
            <a:ext cx="5504688" cy="932688"/>
          </a:xfrm>
          <a:prstGeom prst="roundRect">
            <a:avLst>
              <a:gd name="adj" fmla="val 5882"/>
            </a:avLst>
          </a:prstGeom>
          <a:solidFill>
            <a:srgbClr val="FFF8E8"/>
          </a:solidFill>
          <a:ln w="16510">
            <a:solidFill>
              <a:srgbClr val="B06A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격차(0.76 → 0.90)는 전부 판별 오류입니다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28232" y="5449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 사진을 잘못 고른 문항에서 발생 — 다음 장에서 그 원인을 봅니다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6089904"/>
            <a:ext cx="11201400" cy="512064"/>
          </a:xfrm>
          <a:prstGeom prst="roundRect">
            <a:avLst>
              <a:gd name="adj" fmla="val 14286"/>
            </a:avLst>
          </a:prstGeom>
          <a:solidFill>
            <a:srgbClr val="2E8B57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6089904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6개 조건 중 5개에서 통계적으로 유의. 이 표가 논문의 대표 결과가 됩니다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대비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논문 수식을 재구성해 직접 비교했습니다</a:t>
            </a:r>
            <a:endParaRPr lang="en-US" sz="2200" dirty="0"/>
          </a:p>
        </p:txBody>
      </p:sp>
      <p:pic>
        <p:nvPicPr>
          <p:cNvPr id="4" name="Image 0" descr="/Users/hansangmin/Source-Depth/meeting/figs/wk_b_foc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3936" y="1042416"/>
            <a:ext cx="864108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6089904"/>
            <a:ext cx="11201400" cy="512064"/>
          </a:xfrm>
          <a:prstGeom prst="roundRect">
            <a:avLst>
              <a:gd name="adj" fmla="val 14286"/>
            </a:avLst>
          </a:prstGeom>
          <a:solidFill>
            <a:srgbClr val="1F3B57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6089904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FOCUS는 무관한 사진을 아예 고르지 않고 전부 합칩니다. 우리는 특정해서 그 경로만 끊습니다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기여는 '어느 사진을 고르는가'가 아니라 '무엇을 자르는가'입니다</a:t>
            </a:r>
            <a:endParaRPr lang="en-US" sz="2200" dirty="0"/>
          </a:p>
        </p:txBody>
      </p:sp>
      <p:pic>
        <p:nvPicPr>
          <p:cNvPr id="4" name="Image 0" descr="/Users/hansangmin/Source-Depth/meeting/figs/wk_d_sel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024128"/>
            <a:ext cx="10479024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6089904"/>
            <a:ext cx="11201400" cy="512064"/>
          </a:xfrm>
          <a:prstGeom prst="roundRect">
            <a:avLst>
              <a:gd name="adj" fmla="val 14286"/>
            </a:avLst>
          </a:prstGeom>
          <a:solidFill>
            <a:srgbClr val="1F77B4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6089904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 범위를 좁혔습니다: selector 경쟁이 아니라, 찾은 뒤 attention 어디를 끊는가에 대한 연구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 · 접은 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관련도는 '있다/없다'로 나뉘지 않습니다 — 여기가 다음 방향입니다</a:t>
            </a:r>
            <a:endParaRPr lang="en-US" sz="2200" dirty="0"/>
          </a:p>
        </p:txBody>
      </p:sp>
      <p:pic>
        <p:nvPicPr>
          <p:cNvPr id="4" name="Image 0" descr="/Users/hansangmin/Source-Depth/meeting/figs/wk_c_continu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05840"/>
            <a:ext cx="7680960" cy="4498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366760" y="987552"/>
            <a:ext cx="3337560" cy="2212848"/>
          </a:xfrm>
          <a:prstGeom prst="roundRect">
            <a:avLst>
              <a:gd name="adj" fmla="val 2479"/>
            </a:avLst>
          </a:prstGeom>
          <a:solidFill>
            <a:srgbClr val="FBEAEA"/>
          </a:solidFill>
          <a:ln w="16510">
            <a:solidFill>
              <a:srgbClr val="D6272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49640" y="10972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627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접은 주장 2건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549640" y="1389888"/>
            <a:ext cx="29718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통합 주장 (MIMIC vs CAPL)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MIMIC식 차단이 아무것도 안 한 것보다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나빴습니다. 우리 발견(사진끼리 보는 건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도움된다)과는 오히려 일관됩니다.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경로 대비 (두 상태를 빼기)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방해가 정답 쪽으로 미는 문항에서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크게 해로웠습니다.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366760" y="3310128"/>
            <a:ext cx="3337560" cy="1280160"/>
          </a:xfrm>
          <a:prstGeom prst="roundRect">
            <a:avLst>
              <a:gd name="adj" fmla="val 4286"/>
            </a:avLst>
          </a:prstGeom>
          <a:solidFill>
            <a:srgbClr val="E9F4EE"/>
          </a:solidFill>
          <a:ln w="16510">
            <a:solidFill>
              <a:srgbClr val="2E8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341985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방법은 안전합니다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49640" y="371246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해로웠던 것은 '빼기'였고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'읽기 차단'이 아닙니다.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방해가 정답 쪽으로 미는 문항에서도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손해가 없었습니다.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366760" y="4700016"/>
            <a:ext cx="3337560" cy="1243584"/>
          </a:xfrm>
          <a:prstGeom prst="roundRect">
            <a:avLst>
              <a:gd name="adj" fmla="val 4412"/>
            </a:avLst>
          </a:prstGeom>
          <a:solidFill>
            <a:srgbClr val="F3F5F7"/>
          </a:solidFill>
          <a:ln w="15240">
            <a:solidFill>
              <a:srgbClr val="6B728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49640" y="48097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폐기가 아니라 보류입니다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549640" y="5102352"/>
            <a:ext cx="2971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4건 전부 원인을 규명하고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되살릴 경로를 문서에 남겼습니다.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MIMIC은 층 구간을 상대 위치로</a:t>
            </a:r>
            <a:endParaRPr lang="en-US" sz="9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맞춰 재시도 (GPU 2시간)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6089904"/>
            <a:ext cx="11201400" cy="512064"/>
          </a:xfrm>
          <a:prstGeom prst="roundRect">
            <a:avLst>
              <a:gd name="adj" fmla="val 14286"/>
            </a:avLst>
          </a:prstGeom>
          <a:solidFill>
            <a:srgbClr val="1F3B57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6089904"/>
            <a:ext cx="10744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판정 기준을 먼저 문서로 고정하고 실행했고, 그중 절반 이상이 기준 미달·예측 반대였습니다. 전부 기록했습니다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7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계획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93776"/>
            <a:ext cx="11155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경쟁 방법과 같은 벤치·같은 모델에서 직접 붙이는 것이 최우선입니다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201400" cy="1298448"/>
          </a:xfrm>
          <a:prstGeom prst="roundRect">
            <a:avLst>
              <a:gd name="adj" fmla="val 4225"/>
            </a:avLst>
          </a:prstGeom>
          <a:solidFill>
            <a:srgbClr val="1D3850"/>
          </a:solidFill>
          <a:ln w="20320">
            <a:solidFill>
              <a:srgbClr val="3E6E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801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FOCUS는 우리와 같은 모델(Qwen2.5-VL 3B / 7B)로 공개 벤치마크를 평가했습니다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5910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MuirBench +3.2%p  ·  Mantis-Eval +5.5%p  ·  MIRB +1.7%p  ·  Winoground · VisMin  (공식 코드 공개됨)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벤치에 우리 방법을 올리면 '공개 벤치 검증'과 'FOCUS 직접 비교'가 한 번에 끝납니다. 이게 1순위입니다.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15184"/>
            <a:ext cx="11201400" cy="512064"/>
          </a:xfrm>
          <a:prstGeom prst="roundRect">
            <a:avLst>
              <a:gd name="adj" fmla="val 107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15184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11680" y="2615184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MuirBench · Mantis-Eval 에 우리 방법 + FOCUS 공식 코드를 같은 조건으로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183880" y="261518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★ 여기서 밀리면 방향을 바꿉니다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11201400" cy="512064"/>
          </a:xfrm>
          <a:prstGeom prst="roundRect">
            <a:avLst>
              <a:gd name="adj" fmla="val 107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18688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9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11680" y="3218688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발견에서 나온 개선 — 적응형 개수 / 관련도 비례 차단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83880" y="321868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실현 0.76 → 상한 0.90 격차 줄이기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822192"/>
            <a:ext cx="11201400" cy="512064"/>
          </a:xfrm>
          <a:prstGeom prst="roundRect">
            <a:avLst>
              <a:gd name="adj" fmla="val 107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822192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4–5주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3822192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모델군 (InternVL3 · LLaVA-OneVision — FOCUS가 쓴 것과 동일)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83880" y="382219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기전이 Qwen 고유물이 아닌가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425696"/>
            <a:ext cx="11201400" cy="512064"/>
          </a:xfrm>
          <a:prstGeom prst="roundRect">
            <a:avLst>
              <a:gd name="adj" fmla="val 107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25696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11680" y="4425696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 평가 (Winoground · VisMin) · 인코더 재사용 후 실측 속도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442569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예-아니오 논문 탈피 / 비용 주장 확정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5029200"/>
            <a:ext cx="11201400" cy="512064"/>
          </a:xfrm>
          <a:prstGeom prst="roundRect">
            <a:avLst>
              <a:gd name="adj" fmla="val 10714"/>
            </a:avLst>
          </a:prstGeom>
          <a:solidFill>
            <a:srgbClr val="1D3850"/>
          </a:solidFill>
          <a:ln w="12700">
            <a:solidFill>
              <a:srgbClr val="2E4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029200"/>
            <a:ext cx="1143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E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9–11주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011680" y="5029200"/>
            <a:ext cx="6035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초고 → 내부 리뷰 2회 → 초록 11/06 → 제출 11/13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183880" y="50292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8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—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570585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3A2430"/>
          </a:solidFill>
          <a:ln w="15240">
            <a:solidFill>
              <a:srgbClr val="6B3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797296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중단 조건: 같은 벤치·같은 모델에서 FOCUS를 넘지 못하면, 방법 논문이 아니라 기전 분석 논문으로 방향을 바꿉니다.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77240" y="6071616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0B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모든 결과가 저희가 만든 벤치와 예/아니오 단답에 한정되어 있다는 점이 가장 큰 위험입니다.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2026-08-25T15:12:00Z</dcterms:created>
  <dcterms:modified xsi:type="dcterms:W3CDTF">2026-08-25T15:12:00Z</dcterms:modified>
</cp:coreProperties>
</file>