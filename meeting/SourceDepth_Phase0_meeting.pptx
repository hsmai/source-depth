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결론부터: 같은 개입인데 질문 유형에 따라 +21%p와 -51%p로 갈립니다. 고정 depth로는 둘 다 만족할 수 없고, 그게 이 연구의 존재 이유입니다. 지금부터 이 그림이 나오기까지를 보여드리겠습니다.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자체는 알려져 있습니다. 저희 기여는 '이 오염이 어느 깊이에서 생기는가'를 측정하고, '계산을 줄이면서' 고치는 데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 layer 수 = 이미지 간 정보가 섞일 수 있었던 횟수입니다. 무관 이미지를 후반에서 차단하면 오답 회복과 계산 절감이 동시에 일어난다는 게 가설입니다. 단서 하나 — L 이전 전파는 못 막습니다. 그 잔여 효과가 얼마인지도 수치로 쟀고, 19% 이하였습니다.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'왜 이 세팅이 타당한가'의 답은 하나입니다 — 결과가 틀렸다면 틀렸다고 나오게 만들었습니다. 그리고 판정 기준을 결과를 보기 전에 문서로 박아두고 바꾸지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차단이 흉내가 아니라는 걸 두 방법으로 확인했습니다. attention 질량이 정확히 0인 것을 직접 관측했고, 토큰을 실제로 제거하는 구현과 예측이 100% 일치했습니다. 이 슬라이드가 있어야 뒤의 모든 숫자가 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margin 민감도 분석을 저희가 먼저 했고, 약한 축(셀2)은 약하다고 보고합니다. 그리고 T4가 단일 이미지보다 높다 — 제안서의 핵심 주장 '얕게 차단하는 것이 더 싸면서 더 정확하다'가 실측됐습니다.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'우연 아니냐'는 질문에 대한 답이 이 슬라이드입니다. p값이 10의 -38승입니다. 차단 방향을 뒤집으면 효과가 뒤집힙니다 — 인과입니다.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가장 중요한 결과입니다. 제안서에서 가설로 그렸던 Type A/Type B 분기가 실제 데이터에서 X자로 교차합니다. 특히 두 효과가 같은 층에서 켜집니다 — 관계 추론 능력과 출처 혼동이 동일한 attention 계산의 양면이라는 뜻이고, 'depth를 질문에 맞게 배분해야 한다'는 주장의 가장 직접적인 근거입니다.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[내일 결과에 따라 택1]
버전 A(유지 시): 순서를 뒤집어도 XX%로 유지됐습니다. 질문 관련도를 따라가는 head입니다. 컨트롤러는 실현 가능합니다.
버전 B(붕괴 시): 뒤집으니 무너졌습니다. 이 신호는 위치 편향이고, 진짜 관련도 신호는 layer 21에 있습니다. 무엇이 신호가 아닌지를 확정한 것이며, 위치 불변 feature 설계가 Phase 1의 1순위 과제입니다. (실패 톤 금지 — 판별 완료 톤으로)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숫자를 굳이 먼저 보여드리는 이유는, 이론치만 들고 가면 리뷰에서 반드시 깨지기 때문입니다. 먼저 재고, 먼저 인정하고, 원인과 해소 경로까지 확인했습니다.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novelty 우려를 저희가 먼저 조사했습니다. 12편 전부 원문을 확인했고, 넓은 주장은 버렸습니다. 남는 자리는 이 한 칸이고, 이 칸은 비어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6개월을 먼저 걸지 않겠습니다. 성립 조건을 2~4주 안에 먼저 깨보고, 깨지면 깨졌다고 보고드리는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하나에 걸지 않고 셋을 병렬 검증합니다. A가 무너져도 B·C가 살아 있고, C는 MVPruner류와 기여의 '종류'가 달라지는 지점입니다. 마지막으로 — 실패 경로까지 준비되어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SOURCEDEPTH · PHASE 0 FEASIBILITY · 2026-08-12 미팅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멀티이미지 환각의 원인을 depth에서 찾고,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지점에서 계산도 줄인다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이미지별 적응적 깊이 배분 (per-image adaptive depth) — 24시간 검증 실험 결과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IMML Lab · 한상민</a:t>
            </a:r>
            <a:endParaRPr lang="en-US" sz="1200" dirty="0"/>
          </a:p>
        </p:txBody>
      </p:sp>
      <p:pic>
        <p:nvPicPr>
          <p:cNvPr id="6" name="Image 0" descr="/Users/hansangmin/Source-Depth/results/fig3_opposite_depth_polic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777240"/>
            <a:ext cx="5212080" cy="3063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38587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개입, 정반대 결과 — 오늘의 핵심 그림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443484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1D3850"/>
          </a:solidFill>
          <a:ln w="9525">
            <a:solidFill>
              <a:srgbClr val="2E4E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454456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문제 실재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13232" y="4782312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21.3%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713232" y="534924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distractor가 답을 뒤집음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(대조군 0.0%) · 사전 등록 PASS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64992" y="443484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1D3850"/>
          </a:solidFill>
          <a:ln w="9525">
            <a:solidFill>
              <a:srgbClr val="2E4E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29584" y="454456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메커니즘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529584" y="4782312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회복 81%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3529584" y="534924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layer-4 이후 차단만으로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(McNemar p = 6×10⁻⁷)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81344" y="443484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1D3850"/>
          </a:solidFill>
          <a:ln w="9525">
            <a:solidFill>
              <a:srgbClr val="2E4E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45936" y="454456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②″ 인과 확인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345936" y="4782312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 → 0.50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6345936" y="534924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이미지를 차단하면 붕괴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 = 4×10⁻³⁸)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997696" y="443484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1D3850"/>
          </a:solidFill>
          <a:ln w="9525">
            <a:solidFill>
              <a:srgbClr val="2E4E6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62288" y="454456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컨트롤러 신호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9162288" y="4782312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99.8%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9162288" y="534924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layer-8 단일 head 식별률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(위치 편향 검증은 진행 중)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이미지가 여러 장 들어가면, 모델은 정보의 '출처'를 혼동한다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EFF4F9"/>
          </a:solidFill>
          <a:ln w="25400">
            <a:solidFill>
              <a:srgbClr val="1F77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1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파란 모자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63240" y="155448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EFF4F9"/>
          </a:solidFill>
          <a:ln w="25400">
            <a:solidFill>
              <a:srgbClr val="D627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6324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2 (distractor)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빨간 모자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154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 "1번 이미지 사람의 모자 색은?"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0" y="3566160"/>
            <a:ext cx="365760" cy="45720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416052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FBEAEA"/>
          </a:solidFill>
          <a:ln w="19050">
            <a:solidFill>
              <a:srgbClr val="D627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4206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"빨간색"  ✗</a:t>
            </a:r>
            <a:endParaRPr lang="en-US" sz="17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2번 이미지에서 온 정보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5532120" cy="3566160"/>
          </a:xfrm>
          <a:prstGeom prst="roundRect">
            <a:avLst>
              <a:gd name="adj" fmla="val 2564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— 같은 문항에 distractor 1장만 추가하면 (셀 1)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2240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89.3%</a:t>
            </a:r>
            <a:pPr indent="0" marL="0">
              <a:buNone/>
            </a:pPr>
            <a:r>
              <a:rPr lang="en-US" sz="2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40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−17.3%p  (단일 이미지 → 2장, 동일 질문·동일 정답)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3611880"/>
            <a:ext cx="5074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연구가 명명한 실패 모드: cross-image leakage (FOCUS '25), multi-view hallucination (MVH-Bench '26)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해법은 전부 full-depth 전제 + 계산을 더 씀 (FOCUS: 이미지 N장에 N+1회 forward)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가설과 개입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간 정보가 섞이는 유일한 통로 = layer마다 한 번의 self-attention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14400" y="14813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기존: full depth 실행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874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874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img1 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71800" y="1874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img2 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441448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4414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2441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img1 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71800" y="24414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2441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img2 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008376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00837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30083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img1 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71800" y="300837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0" y="30083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img2 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575304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5753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37360" y="357530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img1 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71800" y="35753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0" y="35753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img2 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4142232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1422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37360" y="41422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img1 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71800" y="41422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657600" y="4142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img2 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48006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layer에서 혼합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출처 오염 누적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83680" y="14813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개입: layer L 이후 distractor KV 차단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583680" y="18745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93408" y="1874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06640" y="1874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img1 ●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41080" y="1874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32688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img2 ●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83680" y="2441448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93408" y="24414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06640" y="2441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img1 ●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41080" y="24414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326880" y="2441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img2 ●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83680" y="3008376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93408" y="300837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06640" y="30083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img1 ●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641080" y="300837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⇥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326880" y="30083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img2 ✕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583680" y="3575304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93408" y="35753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406640" y="357530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img1 ●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641080" y="35753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⇥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326880" y="35753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img2 ✕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583680" y="4142232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93408" y="41422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406640" y="41422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img1 ●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641080" y="41422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⇥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326880" y="4142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img2 ✕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583680" y="48006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이후 직접 참조 불가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구조적 차단 + 연산 절감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02920" y="562356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7240" y="57150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= softmax 분모에서 제외 = 그 토큰이 "없는 것"과 수학적으로 동일 (근사 억제가 아님)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단, L 이전에 이미 전파된 정보는 남음 — 실측 잔여 효과: 오답의 19% 이하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설계 — 왜 이렇게 짰는가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반증 가능하도록 설계했다 — 대조군 · 양방향 · 역방향 컨트롤</a:t>
            </a:r>
            <a:endParaRPr lang="en-US" sz="2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5577840" cy="914400"/>
        </p:xfrm>
        <a:graphic>
          <a:graphicData uri="http://schemas.openxmlformats.org/drawingml/2006/table">
            <a:tbl>
              <a:tblPr/>
              <a:tblGrid>
                <a:gridCol w="1859280"/>
                <a:gridCol w="1859280"/>
                <a:gridCol w="1859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distractor에 질의 객체 있음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 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셀1 · 주 leak 측정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(No→Yes 뒤집힘 예상)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셀3 · 대조군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 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셀4 · 대조군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셀2 · 역방향 leak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(Yes→No)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1605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셀당 150문항 × 4 = 600 · POPE(COCO) adversarial · distractor 조건은 COCO annotation으로 검증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47548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문항당 10개 조건 (총 6,000 forward)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2920" y="5074920"/>
            <a:ext cx="1042416" cy="713232"/>
          </a:xfrm>
          <a:prstGeom prst="roundRect">
            <a:avLst>
              <a:gd name="adj" fmla="val 10256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5138928"/>
            <a:ext cx="1042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단독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36776" y="5074920"/>
            <a:ext cx="1042416" cy="713232"/>
          </a:xfrm>
          <a:prstGeom prst="roundRect">
            <a:avLst>
              <a:gd name="adj" fmla="val 10256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36776" y="5138928"/>
            <a:ext cx="1042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2장 기준선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70632" y="5074920"/>
            <a:ext cx="1042416" cy="713232"/>
          </a:xfrm>
          <a:prstGeom prst="roundRect">
            <a:avLst>
              <a:gd name="adj" fmla="val 10256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70632" y="5138928"/>
            <a:ext cx="1042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T(L)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L=4…24 차단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904488" y="5074920"/>
            <a:ext cx="1042416" cy="713232"/>
          </a:xfrm>
          <a:prstGeom prst="roundRect">
            <a:avLst>
              <a:gd name="adj" fmla="val 10256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04488" y="5138928"/>
            <a:ext cx="1042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T(0)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차단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38344" y="5074920"/>
            <a:ext cx="1042416" cy="713232"/>
          </a:xfrm>
          <a:prstGeom prst="roundRect">
            <a:avLst>
              <a:gd name="adj" fmla="val 10256"/>
            </a:avLst>
          </a:prstGeom>
          <a:solidFill>
            <a:srgbClr val="FDF3E3"/>
          </a:solidFill>
          <a:ln w="12700">
            <a:solidFill>
              <a:srgbClr val="E8890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38344" y="5138928"/>
            <a:ext cx="1042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T-rel(8)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역방향 컨트롤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92240" y="160020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세팅이 타당한 이유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19" name="Text 16"/>
          <p:cNvSpPr/>
          <p:nvPr/>
        </p:nvSpPr>
        <p:spPr>
          <a:xfrm>
            <a:off x="6492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178040" y="19842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양방향 측정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178040" y="231343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셀1(No→Yes)·셀2(Yes→No)는 반대 방향 — 단일 편향(yes-bias)으로는 설명 불가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492240" y="3246120"/>
            <a:ext cx="502920" cy="502920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23" name="Text 20"/>
          <p:cNvSpPr/>
          <p:nvPr/>
        </p:nvSpPr>
        <p:spPr>
          <a:xfrm>
            <a:off x="64922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178040" y="32186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세팅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7178040" y="354787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이미지를 알고 시작 — 가설 검증과 컨트롤러 성능을 분리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92240" y="4480560"/>
            <a:ext cx="502920" cy="502920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27" name="Text 24"/>
          <p:cNvSpPr/>
          <p:nvPr/>
        </p:nvSpPr>
        <p:spPr>
          <a:xfrm>
            <a:off x="64922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178040" y="44531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역방향 컨트롤 내장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7178040" y="478231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이미지를 대신 차단하면 무너져야 정상 — 인과 확인 장치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2920" y="64190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기준은 실험 전에 문서로 동결(사전 등록)하고 결과를 보고 바꾸지 않음 — github.com/hsmai/Source-Depth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정합성 점검 3종을 통과한 뒤에야 본 실험에 들어갔다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E9F4E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011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차단이 실제로 작동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8952" y="2651760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98.3%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58952" y="3611880"/>
            <a:ext cx="3145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T(0) vs 단일이미지 예측 일치율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layer의 distractor attention 질량 = 정확히 0 (직접 관측)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E9F4E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96596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011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평가가 정상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45152" y="2651760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85.5%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645152" y="3611880"/>
            <a:ext cx="3145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단일이미지 정답률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POPE 3B급 공개 보고치(~80%대)와 부합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75320" y="173736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E9F4E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96596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98280" y="2011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 ≡ 실제 제거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531352" y="2651760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8531352" y="3611880"/>
            <a:ext cx="3145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토큰을 물리적으로 제거한 구현과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일치율 (n=40) — 등가성 검증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5257800"/>
            <a:ext cx="11201400" cy="685800"/>
          </a:xfrm>
          <a:prstGeom prst="roundRect">
            <a:avLst>
              <a:gd name="adj" fmla="val 10667"/>
            </a:avLst>
          </a:prstGeom>
          <a:solidFill>
            <a:srgbClr val="EFF4F9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257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규모: 600문항 × 10조건 = 6,000 forward  ·  RTX 3090 1장 · 총 29분  ·  seed 42  ·  중단(BLOCKED) 0건  ·  실측 decoder 36 layers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① ②  ·  사전 등록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distractor가 답의 21%를 뒤집고 — layer-4 차단이 그 81%를 회복시킨다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Rate — 이미지 추가로 답이 뒤집힌 비율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2341596"/>
            <a:ext cx="731520" cy="1636044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307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03250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leak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83080" y="3950208"/>
            <a:ext cx="731520" cy="274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36393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403250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대조군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88920" y="3002158"/>
            <a:ext cx="731520" cy="975482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69126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403250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역방향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94760" y="3616635"/>
            <a:ext cx="731520" cy="361005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305739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403250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대조군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4114800" cy="0"/>
          </a:xfrm>
          <a:prstGeom prst="line">
            <a:avLst/>
          </a:prstGeom>
          <a:noFill/>
          <a:ln w="15875">
            <a:solidFill>
              <a:srgbClr val="1F3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663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객체가 distractor에 있을 때만 뒤집힘</a:t>
            </a:r>
            <a:endParaRPr lang="en-US" sz="1050" dirty="0"/>
          </a:p>
        </p:txBody>
      </p:sp>
      <p:pic>
        <p:nvPicPr>
          <p:cNvPr id="19" name="Image 0" descr="/Users/hansangmin/Source-Depth/results/fig1_accuracy_vs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554480"/>
            <a:ext cx="6629400" cy="271576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074920" y="4315968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 = 0.920 — 단일이미지(0.893)보다도 높음:  "얕게 차단하는 것이 더 싸면서 더 정확하다"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02920" y="502920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EFF4F9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508406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회복 81.0%  vs  피해 3.7%</a:t>
            </a: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회복이 부수 피해의 22배 (셀1, T4)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389120" y="502920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EFF4F9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0" y="508406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McNemar p = 6×10⁻⁷</a:t>
            </a: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문항 paired 검정 (셀1)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8275320" y="502920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EFF4F9"/>
          </a:solidFill>
          <a:ln/>
        </p:spPr>
      </p:sp>
      <p:sp>
        <p:nvSpPr>
          <p:cNvPr id="26" name="Text 23"/>
          <p:cNvSpPr/>
          <p:nvPr/>
        </p:nvSpPr>
        <p:spPr>
          <a:xfrm>
            <a:off x="8458200" y="508406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 연산 절감 42.4%</a:t>
            </a: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distractor 토큰이 36층 중 32층 생략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502920" y="64190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역방향(셀2)은 확신도 높은 문항만 남기면 소멸(margin 민감도 분석, 부록 A3) — 주 증거는 셀1 + 인과 실험으로 구성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②″ 인과  ·  사전 등록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이미지를 '대신' 차단하자 0.79 → 0.50으로 붕괴 (p = 4×10⁻³⁸)</a:t>
            </a:r>
            <a:endParaRPr lang="en-US" sz="2300" dirty="0"/>
          </a:p>
        </p:txBody>
      </p:sp>
      <p:pic>
        <p:nvPicPr>
          <p:cNvPr id="4" name="Image 0" descr="/Users/hansangmin/Source-Depth/results/aux_chartC_negative_con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672084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737360"/>
            <a:ext cx="4251960" cy="1170432"/>
          </a:xfrm>
          <a:prstGeom prst="roundRect">
            <a:avLst>
              <a:gd name="adj" fmla="val 6250"/>
            </a:avLst>
          </a:prstGeom>
          <a:solidFill>
            <a:srgbClr val="EFF4F9"/>
          </a:solidFill>
          <a:ln w="15875">
            <a:solidFill>
              <a:srgbClr val="D627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62672" y="1819656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셀1 0.24 · 셀2 0.03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모델이 distractor만 보고 답함 — 원본 정보가 정말로 사라짐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452360" y="3063240"/>
            <a:ext cx="4251960" cy="1170432"/>
          </a:xfrm>
          <a:prstGeom prst="roundRect">
            <a:avLst>
              <a:gd name="adj" fmla="val 6250"/>
            </a:avLst>
          </a:prstGeom>
          <a:solidFill>
            <a:srgbClr val="EFF4F9"/>
          </a:solidFill>
          <a:ln w="15875">
            <a:solidFill>
              <a:srgbClr val="6B72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62672" y="3145536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셀3 0.98 유지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정답이 원래 '없음'인 셀은 그대로 — 답이 '보이는 이미지'를 정확히 따라감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52360" y="4389120"/>
            <a:ext cx="4251960" cy="1170432"/>
          </a:xfrm>
          <a:prstGeom prst="roundRect">
            <a:avLst>
              <a:gd name="adj" fmla="val 6250"/>
            </a:avLst>
          </a:prstGeom>
          <a:solidFill>
            <a:srgbClr val="EFF4F9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62672" y="4471416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방향을 뒤집으면 효과도 뒤집힘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상관이 아니라 인과 — 차단은 '약한 억제'가 아니라 구조적으로 완전함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발견  ·  탐색적 (신규 relational 300문항)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유형이 바뀌면 최적 depth가 정반대 — 고정 정책은 원리적으로 불가능</a:t>
            </a:r>
            <a:endParaRPr lang="en-US" sz="2300" dirty="0"/>
          </a:p>
        </p:txBody>
      </p:sp>
      <p:pic>
        <p:nvPicPr>
          <p:cNvPr id="4" name="Image 0" descr="/Users/hansangmin/Source-Depth/results/fig3_opposite_depth_polic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481328"/>
            <a:ext cx="7452360" cy="43799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920240"/>
            <a:ext cx="2240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1F77B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" y="202996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+21%p</a:t>
            </a:r>
            <a:endParaRPr lang="en-US" sz="21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unary + distractor</a:t>
            </a:r>
            <a:endParaRPr lang="en-US" sz="21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차단이 이득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9464040" y="1920240"/>
            <a:ext cx="2240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D627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10344" y="202996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−51%p</a:t>
            </a:r>
            <a:endParaRPr lang="en-US" sz="21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'둘 다에 있나?'</a:t>
            </a:r>
            <a:endParaRPr lang="en-US" sz="21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차단이 손해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9464040" y="4023360"/>
            <a:ext cx="2240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E8890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10344" y="413308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L≈20–24</a:t>
            </a:r>
            <a:endParaRPr lang="en-US" sz="21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전환이 같은 층 밴드</a:t>
            </a:r>
            <a:endParaRPr lang="en-US" sz="21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같은 계산의 양면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502920" y="5989320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59893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모델·같은 개입에서 72%p 격차  →  이미지별·질문별 적응 배분(per-image adaptive depth)의 직접 근거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컨트롤러  ·  탐색적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893808" y="274320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E8890C"/>
          </a:solidFill>
          <a:ln/>
        </p:spPr>
      </p:sp>
      <p:sp>
        <p:nvSpPr>
          <p:cNvPr id="4" name="Text 2"/>
          <p:cNvSpPr/>
          <p:nvPr/>
        </p:nvSpPr>
        <p:spPr>
          <a:xfrm>
            <a:off x="9893808" y="27432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미확정 · 내일 오전 업데이트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'실패'로 보였던 신호가 feature 문제였다 — 단일 head, layer 8에서 99.8%</a:t>
            </a:r>
            <a:endParaRPr lang="en-US" sz="2300" dirty="0"/>
          </a:p>
        </p:txBody>
      </p:sp>
      <p:pic>
        <p:nvPicPr>
          <p:cNvPr id="6" name="Image 0" descr="/Users/hansangmin/Source-Depth/results/fig4_controller_feature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676656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64592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178308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(사전 등록) — 16개 head 평균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8 → 72.5%  ✗ 기준(80%) 미달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(탐색적) — 단일 head · 2-fold 교차검증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8 → 99.8%  ✓  (layer 5 → 98.3%)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43800" y="36576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선택된 head가 두 fold에서 완전히 동일 → 우연한 과적합 아님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함의: 식별에 깊이가 필요 없다 = 차단 시점을 앞당길 수 있다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498348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FDF3E3"/>
          </a:solidFill>
          <a:ln w="15875">
            <a:solidFill>
              <a:srgbClr val="E889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084064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미확정 — 관련 이미지가 항상 1번 위치라 "첫 이미지 선호 head"와 아직 구분되지 않음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 뒤집기 대조 실험이 진행 중 (내일 오전 결과) — 유지되면 '관련도 신호' 확정, 무너지면 '위치 편향'으로 확정하고 위치 불변 feature 설계가 Phase 1 과제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속도  ·  탐색적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 42.4% vs 실측 TTFT 9.7% — 격차의 원인까지 규명했다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188720" y="2073453"/>
            <a:ext cx="1051560" cy="2498547"/>
          </a:xfrm>
          <a:prstGeom prst="rect">
            <a:avLst/>
          </a:prstGeom>
          <a:solidFill>
            <a:srgbClr val="FFFFFF"/>
          </a:solidFill>
          <a:ln w="19050">
            <a:solidFill>
              <a:srgbClr val="1F3B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62557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42.4%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462686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 FLOPs 절감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(토큰-레이어 계산)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80360" y="4000398"/>
            <a:ext cx="1051560" cy="57160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368950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462686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TTFT 절감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(510.2 → 460.8ms)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4572000"/>
            <a:ext cx="3749040" cy="0"/>
          </a:xfrm>
          <a:prstGeom prst="line">
            <a:avLst/>
          </a:prstGeom>
          <a:noFill/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257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sequence compaction 구현 · n=40 · L=4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94960" y="1645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격차의 3가지 원인 (해소 경로 포함)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394960" y="2103120"/>
            <a:ext cx="457200" cy="457200"/>
          </a:xfrm>
          <a:prstGeom prst="ellipse">
            <a:avLst/>
          </a:prstGeom>
          <a:solidFill>
            <a:srgbClr val="1F77B4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2057400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encoder는 여전히 두 이미지 모두 인코딩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밖의 고정 비용 → Phase 1: ViT 단계에도 배분 확장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394960" y="3154680"/>
            <a:ext cx="457200" cy="457200"/>
          </a:xfrm>
          <a:prstGeom prst="ellipse">
            <a:avLst/>
          </a:prstGeom>
          <a:solidFill>
            <a:srgbClr val="1F77B4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3108960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Python 슬라이싱 오버헤드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 한계 → 커널 수준 구현 시 해소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394960" y="4206240"/>
            <a:ext cx="457200" cy="457200"/>
          </a:xfrm>
          <a:prstGeom prst="ellipse">
            <a:avLst/>
          </a:prstGeom>
          <a:solidFill>
            <a:srgbClr val="1F77B4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35040" y="4160520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짧은 시퀀스에서 attention은 memory-bound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수가 늘수록(3~6장) 절감 폭 확대 예상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806440"/>
            <a:ext cx="11201400" cy="658368"/>
          </a:xfrm>
          <a:prstGeom prst="roundRect">
            <a:avLst>
              <a:gd name="adj" fmla="val 11111"/>
            </a:avLst>
          </a:prstGeom>
          <a:solidFill>
            <a:srgbClr val="E9F4E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8064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마스킹 대비 예측 일치율 100% — 지금까지의 정확도 수치는 실제 구현에 그대로 전이됨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연구 지형 — 12편 전수 검증 (원문 확인)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비어 있는 칸 — "이미지 단위 실행 깊이 × 출처 정확도"</a:t>
            </a:r>
            <a:endParaRPr lang="en-US" sz="2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201400" cy="914400"/>
        </p:xfrm>
        <a:graphic>
          <a:graphicData uri="http://schemas.openxmlformats.org/drawingml/2006/table">
            <a:tbl>
              <a:tblPr/>
              <a:tblGrid>
                <a:gridCol w="2800350"/>
                <a:gridCol w="2800350"/>
                <a:gridCol w="2800350"/>
                <a:gridCol w="280035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목표 ＼ 배분 단위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전역 균일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토큰 단위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 단위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효율만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VTW (AAAI'25)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ShortV (ICCV'25)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FastV 계열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MVPruner (ECCV'26)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토큰 수 예산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정확도(출처)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RSCD · FOCUS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Delimiter (ICLR'26)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PruneHal (철회)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Ours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실행 depth 예산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7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72000"/>
            <a:ext cx="11201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최근접 MVPruner(ECCV'26): view별 '토큰 수' 예산 — 모든 view가 전 layer 통과(depth 요소 없음), 환각·출처 목표 없음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RSCD: layer 범위 개입은 있으나 대상이 text-to-text attention이고 계산이 +10% 증가 (절감 아님)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"depth 절감 최초" 같은 넓은 주장은 폐기 — 12편 원문 전수 검증 후 위 빈칸으로 좁힌 주장만 유지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 판정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893808" y="274320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E8890C"/>
          </a:solidFill>
          <a:ln/>
        </p:spPr>
      </p:sp>
      <p:sp>
        <p:nvSpPr>
          <p:cNvPr id="4" name="Text 2"/>
          <p:cNvSpPr/>
          <p:nvPr/>
        </p:nvSpPr>
        <p:spPr>
          <a:xfrm>
            <a:off x="9893808" y="27432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미확정 · 내일 오전 업데이트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문제·메커니즘·인과·신호는 확보 — 남은 관문은 '적응의 이득'과 '속도 우위'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5486400" cy="3977640"/>
          </a:xfrm>
          <a:prstGeom prst="roundRect">
            <a:avLst>
              <a:gd name="adj" fmla="val 2299"/>
            </a:avLst>
          </a:prstGeom>
          <a:solidFill>
            <a:srgbClr val="E9F4EE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55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확보한 것 (전부 실측)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2128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실재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88920" y="22128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21.3% vs 대조군 0%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28712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메커니즘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88920" y="287121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회복 81% · p = 6×10⁻⁷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5295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인과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88920" y="352958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 → 0.50 · p = 4×10⁻³⁸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1879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 비가역성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88920" y="41879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+21%p vs −51%p (72%p 격차)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846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컨트롤러 신호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88920" y="4846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layer-8 단일 head 99.8%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1600200"/>
            <a:ext cx="5486400" cy="3977640"/>
          </a:xfrm>
          <a:prstGeom prst="roundRect">
            <a:avLst>
              <a:gd name="adj" fmla="val 2299"/>
            </a:avLst>
          </a:prstGeom>
          <a:solidFill>
            <a:srgbClr val="FDF3E3"/>
          </a:solidFill>
          <a:ln w="15875">
            <a:solidFill>
              <a:srgbClr val="E889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755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남은 관문 (2~4주 kill gate)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92240" y="221284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이미지별 '차등' 배분의 이득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미확정 — J(4,28) 실험 오늘 밤 산출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30358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비-oracle 컨트롤러 완결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counterbalance + CLIP·MVPruner 비교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0" y="38587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속도 '우위'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VTW / ShortV 대비 (커널 구현)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92240" y="468172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모델·벤치 일반화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미확정 — 7B 재현 오늘 밤 산출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5852160"/>
            <a:ext cx="11201400" cy="621792"/>
          </a:xfrm>
          <a:prstGeom prst="roundRect">
            <a:avLst>
              <a:gd name="adj" fmla="val 11765"/>
            </a:avLst>
          </a:prstGeom>
          <a:solidFill>
            <a:srgbClr val="1F3B57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85216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제안서의 go/no-go 기준("Type-B 구간의 존재")은 오늘의 X자 곡선으로 충족 → 진행 조건 성립 · 실패 시 축소 기준도 사전 등록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— 후보 방법론과 일정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893808" y="274320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E8890C"/>
          </a:solidFill>
          <a:ln/>
        </p:spPr>
      </p:sp>
      <p:sp>
        <p:nvSpPr>
          <p:cNvPr id="4" name="Text 2"/>
          <p:cNvSpPr/>
          <p:nvPr/>
        </p:nvSpPr>
        <p:spPr>
          <a:xfrm>
            <a:off x="9893808" y="27432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미확정 · 내일 오전 업데이트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얕게 판정하고, 이미지마다 다른 깊이로 끊는다 — 11월 CVPR 제출 역산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3657600" cy="2880360"/>
          </a:xfrm>
          <a:prstGeom prst="roundRect">
            <a:avLst>
              <a:gd name="adj" fmla="val 3175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764792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Early-decide, per-image exit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746504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E8890C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7465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4088" y="2377440"/>
            <a:ext cx="3255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5~8에서 head 신호로 관련 이미지 판정 → distractor만 그 지점부터 차단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04088" y="3383280"/>
            <a:ext cx="3255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근거: 신호 99.8%@L8 · 회복 81% · 절감 42%(이론)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[미확정] J(4,28) 동시 차등 배분 — 오늘 밤 실측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1600200"/>
            <a:ext cx="3657600" cy="2880360"/>
          </a:xfrm>
          <a:prstGeom prst="roundRect">
            <a:avLst>
              <a:gd name="adj" fmla="val 3175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764792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Question-type routing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0288" y="2377440"/>
            <a:ext cx="3255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unary / relational을 먼저 분류해 depth 정책을 분기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90288" y="3383280"/>
            <a:ext cx="3255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근거: 같은 L에서 +21%p vs −51%p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분기의 이득이 크고 방향이 명확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75320" y="1600200"/>
            <a:ext cx="3657600" cy="2880360"/>
          </a:xfrm>
          <a:prstGeom prst="roundRect">
            <a:avLst>
              <a:gd name="adj" fmla="val 3175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6488" y="1764792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Risk-calibrated α-knob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018520" y="1746504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E8890C"/>
          </a:solidFill>
          <a:ln/>
        </p:spPr>
      </p:sp>
      <p:sp>
        <p:nvSpPr>
          <p:cNvPr id="19" name="Text 17"/>
          <p:cNvSpPr/>
          <p:nvPr/>
        </p:nvSpPr>
        <p:spPr>
          <a:xfrm>
            <a:off x="11018520" y="17465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차별화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76488" y="2377440"/>
            <a:ext cx="3255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"출처 오류율 ≤ α 보증 + 계산 최소화"의 제약 최적화 — 기존 pruning은 전부 휴리스틱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76488" y="3383280"/>
            <a:ext cx="3255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[미확정] (오류율, 절감) Pareto 곡선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오늘 밤 산출 (실측 정오 기반)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5138928"/>
            <a:ext cx="10515600" cy="0"/>
          </a:xfrm>
          <a:prstGeom prst="line">
            <a:avLst/>
          </a:prstGeom>
          <a:noFill/>
          <a:ln w="25400">
            <a:solidFill>
              <a:srgbClr val="2E4E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" y="5056632"/>
            <a:ext cx="164592" cy="164592"/>
          </a:xfrm>
          <a:prstGeom prst="ellipse">
            <a:avLst/>
          </a:prstGeom>
          <a:solidFill>
            <a:srgbClr val="7EC8F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3035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8월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gate 3종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go/no-go 판정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83864" y="5056632"/>
            <a:ext cx="164592" cy="164592"/>
          </a:xfrm>
          <a:prstGeom prst="ellipse">
            <a:avLst/>
          </a:prstGeom>
          <a:solidFill>
            <a:srgbClr val="7EC8F5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53035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9월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 확정 (A/B/C)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7B·LLaVA-OV / 벤치 확장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27064" y="5056632"/>
            <a:ext cx="164592" cy="164592"/>
          </a:xfrm>
          <a:prstGeom prst="ellipse">
            <a:avLst/>
          </a:prstGeom>
          <a:solidFill>
            <a:srgbClr val="7EC8F5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53035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10월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비교 · ablation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결과 동결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970264" y="5056632"/>
            <a:ext cx="164592" cy="164592"/>
          </a:xfrm>
          <a:prstGeom prst="ellipse">
            <a:avLst/>
          </a:prstGeom>
          <a:solidFill>
            <a:srgbClr val="7EC8F5"/>
          </a:solidFill>
          <a:ln/>
        </p:spPr>
      </p:sp>
      <p:sp>
        <p:nvSpPr>
          <p:cNvPr id="30" name="Text 28"/>
          <p:cNvSpPr/>
          <p:nvPr/>
        </p:nvSpPr>
        <p:spPr>
          <a:xfrm>
            <a:off x="8869680" y="53035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11월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 · 제출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(CVPR)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64190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없음 · 총 400–1,000 GPU-hour (제안서 계획 유지)  ·  Gate 실패 시 출구: 분석 논문 — 데이터·코드 전부 재사용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대응 자료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63840" y="1554480"/>
            <a:ext cx="3840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 전체 결과표 (조건 × 셀)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 Relational 3셀 상세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 Margin 민감도 분석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 Layer별 식별률 전곡선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  Attention 프로파일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A6  재현성·환경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A7  [미확정] 오늘 밤 산출분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결과표 — 조건 × 셀 정확도, 회복/피해, McNemar p</a:t>
            </a:r>
            <a:endParaRPr lang="en-US" sz="2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01400" cy="914400"/>
        </p:xfrm>
        <a:graphic>
          <a:graphicData uri="http://schemas.openxmlformats.org/drawingml/2006/table">
            <a:tbl>
              <a:tblPr/>
              <a:tblGrid>
                <a:gridCol w="1244600"/>
                <a:gridCol w="1244600"/>
                <a:gridCol w="1244600"/>
                <a:gridCol w="1244600"/>
                <a:gridCol w="1244600"/>
                <a:gridCol w="1244600"/>
                <a:gridCol w="1244600"/>
                <a:gridCol w="1244600"/>
                <a:gridCol w="1244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회복(셀1)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피해(셀1)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p(셀1)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(단독)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(기준선)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6.0e-7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6.7e-8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1.9e-7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 (완전)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6.7e-8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T-rel(8)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3.6e-38*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190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T-rel(8)은 600문항 pooled McNemar · T12/T20 포함 전체 그리드는 results/table1.csv · 내일 세분화 그리드(12점) 추가 예정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3셀 상세 — "둘 다에 있나?" (각 100문항, img2 차단)</a:t>
            </a:r>
            <a:endParaRPr lang="en-US" sz="2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201400" cy="914400"/>
        </p:xfrm>
        <a:graphic>
          <a:graphicData uri="http://schemas.openxmlformats.org/drawingml/2006/table">
            <a:tbl>
              <a:tblPr/>
              <a:tblGrid>
                <a:gridCol w="1244600"/>
                <a:gridCol w="1244600"/>
                <a:gridCol w="1244600"/>
                <a:gridCol w="1244600"/>
                <a:gridCol w="1244600"/>
                <a:gridCol w="1244600"/>
                <a:gridCol w="1244600"/>
                <a:gridCol w="1244600"/>
                <a:gridCol w="1244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 (정답)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 · img1에만 (no)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 · img2에만 (no)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 · 둘 다 (yes)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749040"/>
            <a:ext cx="11201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R1이 clean probe인 이유: 정답(no)을 맞히려면 img2를 반드시 확인해야 함 — 차단하면 "img1에 있으니 both일 것"으로 오답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R2가 차단 시 1.00이 되는 이유: img2가 안 보이면 모델이 '단일 이미지 추론기'로 축소되어 no를 답함(우연히 정답) — 메커니즘 해석의 추가 근거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RB가 평평한 이유: img1만 보고도 yes로 기울 수 있어 교란 — 그래서 본편(S8)의 relational 곡선은 R1로 판정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64190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질문: "Is there {object} in both images?" · 탐색적(사전 미등록) · 기존 이미지·annotation 재사용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민감도 — 셀1 효과는 강건, 셀2 역방향은 근소-margin 산물</a:t>
            </a:r>
            <a:endParaRPr lang="en-US" sz="2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1737360"/>
          <a:ext cx="9784080" cy="914400"/>
        </p:xfrm>
        <a:graphic>
          <a:graphicData uri="http://schemas.openxmlformats.org/drawingml/2006/table">
            <a:tbl>
              <a:tblPr/>
              <a:tblGrid>
                <a:gridCol w="2446020"/>
                <a:gridCol w="2446020"/>
                <a:gridCol w="2446020"/>
                <a:gridCol w="24460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 |logit margin| 필터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Flip 셀1 (n)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Flip 셀2 (n)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회복 T4·셀1 (n)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필터 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21.3% (150)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12.7% (150)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81.0% (42)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0.25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21.4% (131)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8.6% (128)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82.9% (35)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0.5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18.9% (111)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1.0% (103)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77.8% (27)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1.0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16.2% (74)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 (78)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85.7% (14)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44805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셀1 (주 효과): 확신도 높은 문항만 남겨도 flip 16~21% · 회복 78~86% 유지 → 근소 판정 아티팩트 아님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셀2 (역방향): |margin| ≥ 0.5에서 사실상 소멸 → 결정 경계 근처 calibration 흔들림으로 해석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따라서 본편의 주장은 셀1 + negative control로만 구성 (yes-bias 반박은 인과 실험이 담당)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64190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logit 동률(tie) 104건(1.7%)은 사전 규정(동률→no)대로 처리 · 자체 수행한 민감도 분석 (외부 리뷰 §6 요구 대응)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Layer별 관련 이미지 식별률 (mean-head 기준, n=600)</a:t>
            </a:r>
            <a:endParaRPr lang="en-US" sz="2300" dirty="0"/>
          </a:p>
        </p:txBody>
      </p:sp>
      <p:pic>
        <p:nvPicPr>
          <p:cNvPr id="4" name="Image 0" descr="/Users/hansangmin/Source-Depth/results/aux_chartA_ident_by_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10789920" cy="39227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190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mean-head(16개 평균): L4 15.5% · L8 72.5%(사전 등록 판정 ③ FAIL 지점) · L21 99.0% — 단일 head 선택 시 S9와 같이 L8 99.8%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Layer별 이미지 attention 질량 — 정답 vs 뒤집힌 케이스</a:t>
            </a:r>
            <a:endParaRPr lang="en-US" sz="2300" dirty="0"/>
          </a:p>
        </p:txBody>
      </p:sp>
      <p:pic>
        <p:nvPicPr>
          <p:cNvPr id="4" name="Image 0" descr="/Users/hansangmin/Source-Depth/results/fig2_attention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691640"/>
            <a:ext cx="8686800" cy="4828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190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조건 600문항 · layer 20+에서 img1/img2 질량이 갈라짐 — S8의 '같은 층 밴드' 관찰과 정합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재현성 · 환경 · 한계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환경: RTX 3090 24GB × 1 · torch 2.5.1+cu121 · transformers 4.52.3 · Qwen2.5-VL-3B-Instruct (BF16, eager) · 실측 36 layers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재현성: seed 42 고정 · 판정 기준 사전 등록(문서 동결) · 전 결과 raw 보존 · 실행 로그·환경 버전 기록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규모·비용: 본 실험 29분 + 야간 확장 실험 · GPU 1장 · 중단(BLOCKED) 0건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 처리: logit 동률 104건(1.7%)은 사전 규정(동률→no)대로 판정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저장소: github.com/hsmai/Source-Depth (private) — 코드·데이터 명세·문서·판정 기준·raw 결과 전부 버전 관리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한계(정직 고지): oracle 세팅(관련 이미지 위치 고정) · unary 중심 · 3B 단일 모델(7B 재현 진행 중) · TTFT는 프로토타입 실측 · COCO annotation 노이즈 36건(6%)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893808" y="274320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E8890C"/>
          </a:solidFill>
          <a:ln/>
        </p:spPr>
      </p:sp>
      <p:sp>
        <p:nvSpPr>
          <p:cNvPr id="4" name="Text 2"/>
          <p:cNvSpPr/>
          <p:nvPr/>
        </p:nvSpPr>
        <p:spPr>
          <a:xfrm>
            <a:off x="9893808" y="27432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미확정 · 내일 오전 업데이트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밤 산출 중 — 내일 오전 이 페이지들을 채움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DF3E3"/>
          </a:solidFill>
          <a:ln w="15875">
            <a:solidFill>
              <a:srgbClr val="E8890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04088" y="1901952"/>
            <a:ext cx="32552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 뒤집기 대조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S9 컨트롤러 신호의 위치 편향 여부 확정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S9 해석 확정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DF3E3"/>
          </a:solidFill>
          <a:ln w="15875">
            <a:solidFill>
              <a:srgbClr val="E8890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90288" y="1901952"/>
            <a:ext cx="32552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J(4,28) 차등 배분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distractor 4층 + 관련 28층 동시 배분 — 방법의 첫 실제 구현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S12·S13 갱신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75320" y="173736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DF3E3"/>
          </a:solidFill>
          <a:ln w="15875">
            <a:solidFill>
              <a:srgbClr val="E8890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476488" y="1901952"/>
            <a:ext cx="32552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VTW식 동일 차단 비교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이미지를 같은 K층에서 일괄 차단하는 baseline과 비교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S11 보강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DF3E3"/>
          </a:solidFill>
          <a:ln w="15875">
            <a:solidFill>
              <a:srgbClr val="E8890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04088" y="4005072"/>
            <a:ext cx="32552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선택 baseline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"CLIP으로 고르면 되지 않나"에 대한 정면 비교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질문 대응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384048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DF3E3"/>
          </a:solidFill>
          <a:ln w="15875">
            <a:solidFill>
              <a:srgbClr val="E8890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590288" y="4005072"/>
            <a:ext cx="32552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α-knob Pareto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오류율 보증 하의 (정확도, 절감) 곡선 — 실측 정오 기반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S13 카드 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75320" y="384048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DF3E3"/>
          </a:solidFill>
          <a:ln w="15875">
            <a:solidFill>
              <a:srgbClr val="E8890C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476488" y="4005072"/>
            <a:ext cx="32552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 전체 재현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Qwen2.5-VL-7B로 동일 파이프라인 — 스케일 일반화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S12 갱신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4190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야간 자동 체인(gate2 → ext → 7B) 실행 중 · watchdog이 실패 시 자동 재제출 · 전 단계 checkpoint-resume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2026-08-11T12:17:49Z</dcterms:created>
  <dcterms:modified xsi:type="dcterms:W3CDTF">2026-08-11T12:17:49Z</dcterms:modified>
</cp:coreProperties>
</file>