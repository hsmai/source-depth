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보고는 한 문장입니다 — '이미지마다 계산 깊이를 다르게 주면 환각이 줄고 계산도 준다', 이 가설이 실험에서 성립했습니다. 세 개의 숫자(21% 오염, 81% 회복, 정반대 최적 깊이)로 차례로 보여드리겠습니다.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구조를 먼저 드립니다. 성립 여부를 세 질문으로 쪼갰고, 각 질문에 실험 숫자로 답한 뒤 마지막에 종합 결론과 다음 계획을 말씀드립니다.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자체는 알려져 있습니다. 저희의 차별점은 '어느 깊이에서 섞이는가'를 재고, '계산을 줄이면서' 고치는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차단은 attention 계산에서 그 이미지 토큰을 제외하는 것이라, 수학적으로 '없는 것'과 동일합니다. 다만 차단 이전 층에서 이미 새어나간 정보는 못 막는데, 그 잔여분도 실측했고 오답의 19% 이하였습니다.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설계의 핵심은 대조군입니다. 방해 이미지에 물건이 있는 문항과 없는 문항을 똑같이 150개씩 두면, 뒤집힘이 물건 때문인지 아닌지 바로 구분됩니다. 그리고 판정 기준을 실험 전에 동결했습니다.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측정 장치 자체를 먼저 검증했습니다. 특히 세 번째 — 마스킹이 흉내가 아니라 토큰을 실제로 삭제한 구현과 100% 같은 예측을 낸다는 것까지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대조군 0%가 이 슬라이드의 핵심입니다. 물건이 없으면 전혀 뒤집히지 않으니, 뒤집힘은 정확히 방해 이미지의 물건이 넘어와 생긴 오염입니다. 반대 방향 오염(있는 걸 없다고)도 쟀는데 약했고, 그 상세는 부록에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회복 81% 대 부작용 3.7%, 22배입니다. 그리고 차단 결과가 이미지 1장만 준 것보다 높다는 것 — '얕게 차단하는 것이 더 싸면서 더 정확하다'는 제안서의 문장이 그대로 실측됐습니다.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'그 회복이 우연 아니냐'에 대한 답입니다. 질문 대상을 반대로 차단하면 정답률이 무너져야 진짜인데, 실제로 0.79에서 0.50으로 무너졌고 답이 정확히 '보이는 이미지'를 따라갔습니다.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가장 중요한 그림입니다. 같은 개입인데 질문 유형에 따라 +21과 -51로 완전히 반대입니다. 즉 어떤 고정 깊이를 골라도 한쪽을 망칩니다. 이미지와 질문마다 깊이를 다르게 주는 것 외에 해법이 없고, 그게 바로 이 연구입니다. 덤으로 — 두 전환이 같은 층에서 일어난다는 것도 발견했는데, 관계 추론과 출처 오염이 같은 계산의 양면이라는 뜻입니다.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[내일 결과에 따라] 자리를 뒤집어도 유지되면: '관련도를 따라가는 신호'로 확정, 컨트롤러 실현 가능. 무너지면: 자리 선호였다는 것을 확정한 것이고, 깊은 층(21층, 99%)의 신호를 쓰는 설계로 전환 — 어느 쪽이든 다음 설계가 명확해집니다.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novelty 우려는 저희가 먼저 조사했습니다. 12편 전부 원문 확인했고, 과한 주장은 버렸습니다. 남는 칸이 이 연구의 자리이고, 이 칸은 비어 있습니다. 단 결합 novelty라는 지적을 피하려면 차등 배분의 이득을 실증해야 하고, 그게 지금 밤새 돌고 있는 실험입니다.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정리합니다. 문제는 실재하고(21% vs 0%), 해법은 인과적으로 작동하며(81% 회복), 질문 유형에 따라 최적 깊이가 정반대라 적응 배분 외엔 답이 없습니다. 실용화 재료 둘 중 하나만 검증이 남았고 내일 아침 나옵니다. 6개월을 먼저 걸지 않고 관문 3개를 2~4주에 먼저 깨보겠습니다.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A5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SOURCEDEPTH · 검증 실험(PHASE 0) 결과 보고 · 2026-08-12 · IMML Lab 한상민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155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이미지마다 계산 깊이를 다르게 주면,</a:t>
            </a:r>
            <a:endParaRPr lang="en-US" sz="3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멀티이미지 환각이 줄고 계산도 준다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가설이 성립하는지 — 24시간 검증 실험에서 얻은 숫자로 보고드립니다.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520440"/>
            <a:ext cx="3611880" cy="2606040"/>
          </a:xfrm>
          <a:prstGeom prst="roundRect">
            <a:avLst>
              <a:gd name="adj" fmla="val 3509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72160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문제는 실재했습니다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77240" y="425196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질문과 무관한 이미지 1장이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멀쩡하던 답의 21%를 뒤집었습니다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55321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(같은 조건의 대조군에서는 0%)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3520440"/>
            <a:ext cx="3611880" cy="2606040"/>
          </a:xfrm>
          <a:prstGeom prst="roundRect">
            <a:avLst>
              <a:gd name="adj" fmla="val 3509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372160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해법도 작동했습니다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72000" y="425196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4층 이후 그 이미지를 차단하는 것만으로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뒤집힌 답의 81%가 되살아났습니다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72000" y="55321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(부작용은 3.7% — 회복이 22배)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3520440"/>
            <a:ext cx="3611880" cy="2606040"/>
          </a:xfrm>
          <a:prstGeom prst="roundRect">
            <a:avLst>
              <a:gd name="adj" fmla="val 3509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372160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핵심 발견 —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366760" y="425196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종류에 따라 최적의 깊이가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정반대라는 것을 확인했습니다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366760" y="55321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(고정 깊이로는 불가능 → 적응 배분 필요)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보고의 구조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"이 연구가 성립하는가"를 세 가지 질문으로 나눠 검증했습니다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657600" cy="4023360"/>
          </a:xfrm>
          <a:prstGeom prst="roundRect">
            <a:avLst>
              <a:gd name="adj" fmla="val 2500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28800"/>
            <a:ext cx="566928" cy="566928"/>
          </a:xfrm>
          <a:prstGeom prst="ellipse">
            <a:avLst/>
          </a:prstGeom>
          <a:solidFill>
            <a:srgbClr val="1F3B5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190195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문제가 진짜 있는가?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58952" y="265176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이미지를 하나 더 넣으면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정말 답이 오염되는가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58952" y="3749040"/>
            <a:ext cx="31455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그렇다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58952" y="502920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답은 슬라이드 5에서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0" y="1600200"/>
            <a:ext cx="3657600" cy="4023360"/>
          </a:xfrm>
          <a:prstGeom prst="roundRect">
            <a:avLst>
              <a:gd name="adj" fmla="val 2500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828800"/>
            <a:ext cx="566928" cy="566928"/>
          </a:xfrm>
          <a:prstGeom prst="ellipse">
            <a:avLst/>
          </a:prstGeom>
          <a:solidFill>
            <a:srgbClr val="1F3B57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349240" y="190195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해법이 작동하는가?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645152" y="265176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'중간부터 차단'이 오염을 고치는가,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효과는 인과적인가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645152" y="3749040"/>
            <a:ext cx="31455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그렇다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645152" y="502920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답은 슬라이드 6–8에서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75320" y="1600200"/>
            <a:ext cx="3657600" cy="4023360"/>
          </a:xfrm>
          <a:prstGeom prst="roundRect">
            <a:avLst>
              <a:gd name="adj" fmla="val 2500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03920" y="1828800"/>
            <a:ext cx="566928" cy="566928"/>
          </a:xfrm>
          <a:prstGeom prst="ellipse">
            <a:avLst/>
          </a:prstGeom>
          <a:solidFill>
            <a:srgbClr val="1F3B57"/>
          </a:solidFill>
          <a:ln/>
        </p:spPr>
      </p:sp>
      <p:sp>
        <p:nvSpPr>
          <p:cNvPr id="20" name="Text 18"/>
          <p:cNvSpPr/>
          <p:nvPr/>
        </p:nvSpPr>
        <p:spPr>
          <a:xfrm>
            <a:off x="850392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235440" y="190195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실제로 만들 수 있는가?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531352" y="265176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 차단할지 스스로 알 수 있는가,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실제로 빨라지는가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31352" y="3749040"/>
            <a:ext cx="31455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 절반 확인</a:t>
            </a:r>
            <a:endParaRPr lang="en-US" sz="2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(나머지 검증 중)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8531352" y="502920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답은 슬라이드 9에서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세 질문 전부 실측 숫자로 답합니다 — "그래서 이 연구를 계속할 가치가 있는가"가 오늘의 결론입니다 (마지막 슬라이드)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 — 무엇이 문제인가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이미지를 한 장 더 넣었을 뿐인데, 모델은 답의 '출처'를 섞기 시작한다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286000" cy="1280160"/>
          </a:xfrm>
          <a:prstGeom prst="roundRect">
            <a:avLst>
              <a:gd name="adj" fmla="val 5714"/>
            </a:avLst>
          </a:prstGeom>
          <a:solidFill>
            <a:srgbClr val="EFF4F9"/>
          </a:solidFill>
          <a:ln w="25400">
            <a:solidFill>
              <a:srgbClr val="1F77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7373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1 (질문 대상)</a:t>
            </a:r>
            <a:endParaRPr lang="en-US" sz="12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파란 모자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63240" y="1481328"/>
            <a:ext cx="2286000" cy="1280160"/>
          </a:xfrm>
          <a:prstGeom prst="roundRect">
            <a:avLst>
              <a:gd name="adj" fmla="val 5714"/>
            </a:avLst>
          </a:prstGeom>
          <a:solidFill>
            <a:srgbClr val="EFF4F9"/>
          </a:solidFill>
          <a:ln w="25400">
            <a:solidFill>
              <a:srgbClr val="D627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63240" y="17373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2 — "방해 이미지"</a:t>
            </a:r>
            <a:endParaRPr lang="en-US" sz="12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빨간 모자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94436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질문: "1번 이미지 사람의 모자는 무슨 색?"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0" y="3328416"/>
            <a:ext cx="365760" cy="384048"/>
          </a:xfrm>
          <a:prstGeom prst="downArrow">
            <a:avLst/>
          </a:prstGeom>
          <a:solidFill>
            <a:srgbClr val="6B7280"/>
          </a:solidFill>
          <a:ln/>
        </p:spPr>
      </p:sp>
      <p:sp>
        <p:nvSpPr>
          <p:cNvPr id="10" name="Shape 8"/>
          <p:cNvSpPr/>
          <p:nvPr/>
        </p:nvSpPr>
        <p:spPr>
          <a:xfrm>
            <a:off x="1417320" y="3813048"/>
            <a:ext cx="3017520" cy="868680"/>
          </a:xfrm>
          <a:prstGeom prst="roundRect">
            <a:avLst>
              <a:gd name="adj" fmla="val 10526"/>
            </a:avLst>
          </a:prstGeom>
          <a:solidFill>
            <a:srgbClr val="FBEAEA"/>
          </a:solidFill>
          <a:ln w="19050">
            <a:solidFill>
              <a:srgbClr val="D627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17320" y="38862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모델의 답: "빨간색"  ✗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옆 이미지의 정보를 가져다 답함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2920" y="4983480"/>
            <a:ext cx="5349240" cy="868680"/>
          </a:xfrm>
          <a:prstGeom prst="roundRect">
            <a:avLst>
              <a:gd name="adj" fmla="val 8421"/>
            </a:avLst>
          </a:prstGeom>
          <a:solidFill>
            <a:srgbClr val="F3F4F6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505663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발표의 용어 두 개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 = 질문과 무관한 이미지  ·  차단 = 특정 층부터 모델이 그 이미지를 참조하지 못하게 막는 것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1481328"/>
            <a:ext cx="5532120" cy="4370832"/>
          </a:xfrm>
          <a:prstGeom prst="roundRect">
            <a:avLst>
              <a:gd name="adj" fmla="val 2092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현상을 저희 실험으로 재보면 —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46520" y="2057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질문 · 같은 정답. 방해 이미지 1장만 추가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46520" y="25146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89.3%</a:t>
            </a:r>
            <a:pPr indent="0" marL="0">
              <a:buNone/>
            </a:pPr>
            <a:r>
              <a:rPr lang="en-US" sz="3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44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72.0%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446520" y="3520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정답률 17.3%p 하락 — 이미지 600문항 실측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46520" y="4023360"/>
            <a:ext cx="5074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 학계가 이름 붙인 문제입니다 (cross-image leakage, FOCUS 2025 등)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해법들은 계산을 '더' 써서 고칩니다 — 예: 이미지 N장이면 forward를 N+1번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문제 상황: 이미지가 늘면 출처가 섞여 정답률이 크게 떨어진다 — 그리고 기존 해법은 전부 '계산을 더 쓰는' 방향이다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아이디어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이미지들이 섞이는 통로는 층마다 한 번의 attention뿐 — 그 통로를 중간부터 닫아보자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44475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지금의 모델: 끝까지 계속 섞임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914400" y="1810512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1810512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783080" y="181051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291840" y="181051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 섞임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206240" y="181051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●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14400" y="2340864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340864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2층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783080" y="234086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91840" y="234086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 섞임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206240" y="234086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●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14400" y="2871216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2871216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3층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783080" y="287121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91840" y="287121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 섞임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206240" y="2871216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●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14400" y="3401568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" y="3401568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4층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783080" y="340156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91840" y="34015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 섞임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206240" y="340156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●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14400" y="3931920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24128" y="3931920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5층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783080" y="39319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291840" y="393192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 섞임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206240" y="39319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●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4400" y="452628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층이 깊어질수록 출처 오염이 누적된다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583680" y="144475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제안: L층부터 방해 이미지 차단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583680" y="1810512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93408" y="1810512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1층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452360" y="181051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961120" y="181051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 섞임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9875520" y="181051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●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583680" y="2340864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93408" y="2340864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2층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452360" y="234086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961120" y="234086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 섞임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9875520" y="234086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●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583680" y="2871216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93408" y="2871216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3층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452360" y="287121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8961120" y="287121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9875520" y="2871216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✕ (계산 생략)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583680" y="3401568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93408" y="3401568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4층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7452360" y="340156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8961120" y="34015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9875520" y="340156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✕ (계산 생략)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583680" y="3931920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93408" y="3931920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5층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452360" y="39319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8961120" y="393192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9875520" y="39319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✕ (계산 생략)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583680" y="452628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 통로를 닫고, 그 이미지의 남은 계산도 아낀다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502920" y="516636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7240" y="516636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차단은 '어림 억제'가 아닙니다 — 수학적으로 그 이미지가 없는 것과 동일합니다.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한계도 있습니다: L층 이전에 이미 새어나간 정보는 못 막습니다 (실측해 보니 그 잔여분은 오답의 19% 이하였습니다).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61" name="Text 59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가설: 무관한 이미지는 얕게, 필요한 이미지는 깊게 — "이미지별로 다른 깊이"가 정확도와 효율을 동시에 잡는다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방법 — 실험을 어떻게 짰는가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오염이 '생길 수밖에 없는' 문항과 '안 생기는' 문항을 나란히 놓고 비교했다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502920" cy="502920"/>
          </a:xfrm>
          <a:prstGeom prst="ellipse">
            <a:avLst/>
          </a:prstGeom>
          <a:solidFill>
            <a:srgbClr val="1F3B5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55448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이렇게 묻습니다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188720" y="19202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"첫 번째 이미지에 ○○이 있나요?" (예/아니오)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COCO 사진 + 공인 검증 문제(POPE) 600문항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816352"/>
            <a:ext cx="502920" cy="502920"/>
          </a:xfrm>
          <a:prstGeom prst="ellipse">
            <a:avLst/>
          </a:prstGeom>
          <a:solidFill>
            <a:srgbClr val="1F3B57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79806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오염을 '유발'하는 조건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88720" y="316382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이미지에 바로 그 ○○이 들어있는 문항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모델이 헷갈릴 재료를 일부러 제공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4059936"/>
            <a:ext cx="502920" cy="502920"/>
          </a:xfrm>
          <a:prstGeom prst="ellipse">
            <a:avLst/>
          </a:prstGeom>
          <a:solidFill>
            <a:srgbClr val="1F3B57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4059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40416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대조군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88720" y="440740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이미지에 ○○이 없는 문항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여기서도 답이 뒤집히면 오염이 아닌 다른 원인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0" y="1572768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문항마다 '차단 깊이'를 바꿔가며 10번씩 측정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0" y="2011680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EFF4F9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201168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없음 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— 지금의 모델 그대로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0" y="2852928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EFF4F9"/>
          </a:solidFill>
          <a:ln w="12700">
            <a:solidFill>
              <a:srgbClr val="1F77B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29400" y="2852928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4층부터 ~ 24층부터 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시작 층을 6단계로 변화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0" y="3694176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EFF4F9"/>
          </a:solidFill>
          <a:ln w="12700">
            <a:solidFill>
              <a:srgbClr val="1F77B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3694176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처음부터 완전 차단 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이미지를 아예 안 준 것과 비교하는 상한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0" y="4535424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 w="12700">
            <a:solidFill>
              <a:srgbClr val="E889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4535424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반대로 '질문 대상'을 차단 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검증용 — 이게 무너지지 않으면 가짜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02920" y="54864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판정 기준(무엇이 나오면 성공/실패인지)은 실험 전에 문서로 못 박아 두었습니다 — 결과를 보고 바꾸지 않음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이렇게 짜면 "답이 뒤집히는 것"이 우연인지, 방해 이미지 때문인지가 숫자로 구분된다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방법 — 측정을 믿을 수 있는가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실험 전에, 측정 장치가 멀쩡한지부터 3가지로 점검했다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657600" cy="3246120"/>
          </a:xfrm>
          <a:prstGeom prst="roundRect">
            <a:avLst>
              <a:gd name="adj" fmla="val 2817"/>
            </a:avLst>
          </a:prstGeom>
          <a:solidFill>
            <a:srgbClr val="E9F4EE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190195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장치가 진짜 작동하나?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58952" y="2697480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98.3%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58952" y="3566160"/>
            <a:ext cx="31455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이미지를 '완전 차단'한 결과가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아예 안 준 결과와 예측 98.3% 일치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(+ 차단된 층의 참조량이 정확히 0임을 관측)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645920"/>
            <a:ext cx="3657600" cy="3246120"/>
          </a:xfrm>
          <a:prstGeom prst="roundRect">
            <a:avLst>
              <a:gd name="adj" fmla="val 2817"/>
            </a:avLst>
          </a:prstGeom>
          <a:solidFill>
            <a:srgbClr val="E9F4EE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1874520"/>
            <a:ext cx="457200" cy="4572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212080" y="190195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채점이 멀쩡한가?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645152" y="2697480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85.5%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645152" y="3566160"/>
            <a:ext cx="31455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1장만 줬을 때 정답률 85.5%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같은 모델의 공개 보고치(~80%대)와 일치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75320" y="1645920"/>
            <a:ext cx="3657600" cy="3246120"/>
          </a:xfrm>
          <a:prstGeom prst="roundRect">
            <a:avLst>
              <a:gd name="adj" fmla="val 2817"/>
            </a:avLst>
          </a:prstGeom>
          <a:solidFill>
            <a:srgbClr val="E9F4EE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1874520"/>
            <a:ext cx="457200" cy="4572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098280" y="190195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마스킹이 흉내는 아닌가?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531352" y="2697480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8531352" y="3566160"/>
            <a:ext cx="31455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토큰을 실제로 삭제한 별도 구현과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예측이 100% 일치 — 등가성 검증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51663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규모: 600문항 × 10조건 = 6,000회 측정 · GPU 1장 · 29분 · 난수 고정(seed 42) · 오류 중단 0건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이후의 모든 숫자는 이 3가지 점검을 통과한 측정에서 나온 실측값이다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① — 문제가 진짜 있는가?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이미지에 '그 물건'이 있을 때만, 멀쩡하던 답이 뒤집혔다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답이 뒤집힌 문항의 비율 (150문항 중)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325880" y="2532888"/>
            <a:ext cx="1188720" cy="1947672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1854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21.3%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55371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이미지에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있음 (오염 유발)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29000" y="4443984"/>
            <a:ext cx="1188720" cy="36576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9" name="Text 7"/>
          <p:cNvSpPr/>
          <p:nvPr/>
        </p:nvSpPr>
        <p:spPr>
          <a:xfrm>
            <a:off x="3108960" y="40965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455371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없음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(대조군)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4480560"/>
            <a:ext cx="4572000" cy="0"/>
          </a:xfrm>
          <a:prstGeom prst="line">
            <a:avLst/>
          </a:prstGeom>
          <a:noFill/>
          <a:ln w="15875">
            <a:solidFill>
              <a:srgbClr val="1F3B5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0" y="1600200"/>
            <a:ext cx="5669280" cy="2377440"/>
          </a:xfrm>
          <a:prstGeom prst="roundRect">
            <a:avLst>
              <a:gd name="adj" fmla="val 3846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7830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"답이 뒤집힌다"는 것의 의미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9360" y="2194560"/>
            <a:ext cx="5212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1장일 때:   "○○ 있나요?" → "없다"  </a:t>
            </a:r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 ○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 추가:  같은 질문 → "있다"  </a:t>
            </a:r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오답 ✗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방해 이미지 속 물건을 '첫 번째 이미지에 있다'고 착각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4206240"/>
            <a:ext cx="5669280" cy="1417320"/>
          </a:xfrm>
          <a:prstGeom prst="roundRect">
            <a:avLst>
              <a:gd name="adj" fmla="val 6452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4315968"/>
            <a:ext cx="5212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대조군이 0%라는 것이 핵심입니다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이미지에 물건이 없으면 답은 전혀 뒤집히지 않았습니다. 즉 뒤집힘은 우연도, 단순히 '이미지가 늘어서'도 아니고 — 정확히 그 물건이 넘어와서 생긴 오염입니다.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질문 ①의 답: 그렇다 — 오염은 실재한다 (뒤집힘 21.3% vs 대조군 0.0%, 우연으로 설명 불가)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② — 해법이 작동하는가?  (1/3: 고쳐지는가)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4층 이후 차단만으로, 오염된 오답의 81%가 되살아났다</a:t>
            </a:r>
            <a:endParaRPr lang="en-US" sz="2200" dirty="0"/>
          </a:p>
        </p:txBody>
      </p:sp>
      <p:pic>
        <p:nvPicPr>
          <p:cNvPr id="4" name="Image 0" descr="/Users/hansangmin/Source-Depth/results/fig1_accuracy_vs_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72768"/>
            <a:ext cx="6949440" cy="28437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480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읽는 법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가로축 = 차단을 시작하는 층(왼쪽일수록 일찍 차단) · 빨간 점선 = 차단 없음(72%) · 왼쪽 패널이 위 질문 ①의 문항들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726680" y="1645920"/>
            <a:ext cx="3977640" cy="1060704"/>
          </a:xfrm>
          <a:prstGeom prst="roundRect">
            <a:avLst>
              <a:gd name="adj" fmla="val 6897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936992" y="173736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고쳐진 오답 81%  vs  새로 생긴 오답 3.7%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부작용의 22배 — '지우기만 한 것'이 아니라 회복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26680" y="2852928"/>
            <a:ext cx="3977640" cy="1060704"/>
          </a:xfrm>
          <a:prstGeom prst="roundRect">
            <a:avLst>
              <a:gd name="adj" fmla="val 6897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36992" y="2944368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우연일 확률 p = 6×10⁻⁷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문항을 짝지어 비교하는 통계 검정(McNemar)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26680" y="4059936"/>
            <a:ext cx="3977640" cy="1060704"/>
          </a:xfrm>
          <a:prstGeom prst="roundRect">
            <a:avLst>
              <a:gd name="adj" fmla="val 6897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36992" y="4151376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= 계산 절약이기도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 계산의 89%를 건너뜀 (이론상 전체의 42%)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02920" y="502920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특히 — 차단한 결과(92.0%)가 이미지를 1장만 준 경우(89.3%)보다도 높았습니다: "얕게 차단하는 쪽이 더 싸면서 더 정확"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차단은 오염을 부작용 없이 고친다 — 그리고 고치는 동시에 계산을 아낀다 (이 연구의 핵심 약속이 실측됨)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② — 해법이 작동하는가?  (2/3: 효과가 진짜인가)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 사살 — 반대로 '질문 대상'을 차단하면 무너져야 한다. 실제로 무너졌다</a:t>
            </a:r>
            <a:endParaRPr lang="en-US" sz="2200" dirty="0"/>
          </a:p>
        </p:txBody>
      </p:sp>
      <p:pic>
        <p:nvPicPr>
          <p:cNvPr id="4" name="Image 0" descr="/Users/hansangmin/Source-Depth/results/aux_chartC_negative_contr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40080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3035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읽는 법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보라 막대 = 질문 대상 이미지를 차단한 경우. 모델에게는 방해 이미지만 보이는 상태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178040" y="1691640"/>
            <a:ext cx="4526280" cy="1188720"/>
          </a:xfrm>
          <a:prstGeom prst="roundRect">
            <a:avLst>
              <a:gd name="adj" fmla="val 6154"/>
            </a:avLst>
          </a:prstGeom>
          <a:solidFill>
            <a:srgbClr val="EFF4F9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88352" y="1783080"/>
            <a:ext cx="4114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정답률 0.79 → 0.50 으로 붕괴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우연일 확률 10⁻³⁸ — 사실상 0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178040" y="3017520"/>
            <a:ext cx="4526280" cy="1188720"/>
          </a:xfrm>
          <a:prstGeom prst="roundRect">
            <a:avLst>
              <a:gd name="adj" fmla="val 6154"/>
            </a:avLst>
          </a:prstGeom>
          <a:solidFill>
            <a:srgbClr val="EFF4F9"/>
          </a:solidFill>
          <a:ln w="15875">
            <a:solidFill>
              <a:srgbClr val="1F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88352" y="3108960"/>
            <a:ext cx="4114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답이 '보이는 이미지'를 그대로 따라감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대상을 가리면 방해 이미지 기준으로 답함 — 차단이 구조적으로 완전하다는 뜻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178040" y="4343400"/>
            <a:ext cx="4526280" cy="1188720"/>
          </a:xfrm>
          <a:prstGeom prst="roundRect">
            <a:avLst>
              <a:gd name="adj" fmla="val 6154"/>
            </a:avLst>
          </a:prstGeom>
          <a:solidFill>
            <a:srgbClr val="EFF4F9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88352" y="4434840"/>
            <a:ext cx="4114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방향을 뒤집으면 효과도 뒤집힘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회복 효과는 상관이 아니라 인과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질문 ②의 답 (2/3): 회복은 진짜다 — 차단 방향을 뒤집자 효과도 뒤집혔다 (인과 확인)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② — 해법이 작동하는가?  (3/3: 오늘의 핵심 그림)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차단인데 — 한 장에 대한 질문은 좋아지고, 두 장을 비교하는 질문은 무너진다</a:t>
            </a:r>
            <a:endParaRPr lang="en-US" sz="2200" dirty="0"/>
          </a:p>
        </p:txBody>
      </p:sp>
      <p:pic>
        <p:nvPicPr>
          <p:cNvPr id="4" name="Image 0" descr="/Users/hansangmin/Source-Depth/results/fig3_opposite_depth_polic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481328"/>
            <a:ext cx="6858000" cy="40325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1600200"/>
            <a:ext cx="32461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41080" y="1691640"/>
            <a:ext cx="2926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파란 곡선 ▲ +21%p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"1번 이미지에 ○○ 있나?"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일찍 차단할수록 정확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458200" y="2971800"/>
            <a:ext cx="32461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D6272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41080" y="3063240"/>
            <a:ext cx="2926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빨간 곡선 ▼ −51%p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"두 이미지 '모두'에 ○○ 있나?"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두 장을 봐야 하므로 차단하면 붕괴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458200" y="4343400"/>
            <a:ext cx="32461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E8890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41080" y="4434840"/>
            <a:ext cx="2926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구간(20~24층)에서 전환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장을 잇는 계산과 오염이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층에서 일어난다는 뜻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417320" y="55321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읽는 법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300문항 실험 · 가로축 = 차단 시작 층 — 왼쪽(일찍 차단)에서 두 곡선의 격차가 72%p까지 벌어짐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하나의 고정 깊이로는 두 질문을 동시에 만족할 수 없다 — "이미지·질문마다 다른 깊이"가 유일한 해법 = 이 연구가 필요한 이유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③ — 실제로 만들 수 있는가?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9893808" y="256032"/>
            <a:ext cx="1792224" cy="310896"/>
          </a:xfrm>
          <a:prstGeom prst="roundRect">
            <a:avLst>
              <a:gd name="adj" fmla="val 50000"/>
            </a:avLst>
          </a:prstGeom>
          <a:solidFill>
            <a:srgbClr val="E8890C"/>
          </a:solidFill>
          <a:ln/>
        </p:spPr>
      </p:sp>
      <p:sp>
        <p:nvSpPr>
          <p:cNvPr id="4" name="Text 2"/>
          <p:cNvSpPr/>
          <p:nvPr/>
        </p:nvSpPr>
        <p:spPr>
          <a:xfrm>
            <a:off x="9893808" y="25603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미확정 · 내일 오전 업데이트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512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"무엇을 차단할지"는 8층에서 이미 알 수 있고, 속도 이득도 실측으로 확인했다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5532120" cy="3108960"/>
          </a:xfrm>
          <a:prstGeom prst="roundRect">
            <a:avLst>
              <a:gd name="adj" fmla="val 2941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재료 1 — 판단 신호가 모델 안에 이미 있다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질문과 관련된 이미지가 어느 쪽인지, 모델 내부의 attention 신호 하나로 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8층에서 99.8% 식별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(600문항, 교차검증)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별도 모델 불필요 — 어차피 하는 계산에서 공짜로 얻는 신호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당초 '실패(72.5%)'로 보였던 건 신호 16개를 평균해 흐려진 탓 — 좋은 신호 1개만 고르면 충분했음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703320"/>
            <a:ext cx="4983480" cy="841248"/>
          </a:xfrm>
          <a:prstGeom prst="roundRect">
            <a:avLst>
              <a:gd name="adj" fmla="val 8696"/>
            </a:avLst>
          </a:prstGeom>
          <a:solidFill>
            <a:srgbClr val="FDF3E3"/>
          </a:solidFill>
          <a:ln w="15875">
            <a:solidFill>
              <a:srgbClr val="E889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785616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미확정 — 지금 실험은 정답 이미지가 항상 '1번 자리'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신호가 '자리 선호'일 가능성을 밤새 검증 중 (자리를 뒤집은 대조 실험)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572768"/>
            <a:ext cx="5486400" cy="3108960"/>
          </a:xfrm>
          <a:prstGeom prst="roundRect">
            <a:avLst>
              <a:gd name="adj" fmla="val 2941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재료 2 — 실제로 빨라진다 (흉내 아님)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92240" y="214884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 토큰을 실제로 삭제하는 구현을 만들어 실측 → 응답 시작 시간 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9.7% 단축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(510→461ms)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이론 상한은 42.4% — 격차의 원인 3가지를 규명했고 모두 해소 가능 (부록)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정확도는 그대로: 마스킹 방식과 예측 100% 일치 확인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92240" y="38404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이론치만 보고하지 않고 실측을 먼저 했습니다 — 격차를 아는 것이 부풀리는 것보다 낫기 때문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48920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재료가 합쳐지면: "8층에서 판단 → 그 지점부터 방해 이미지 삭제" — 추가 모델 없이 한 번의 forward 안에서 완결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질문 ③의 답: 실용화의 두 재료(판단 신호 · 속도 이득)는 확인 — '자리 편향' 검증 결과가 내일 아침 나온다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예상 질문 — "이미 있는 연구 아닌가요?"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인접 논문 12편의 원문을 전부 확인했다 — "이미지별로 깊이를 다르게"는 빈칸이다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201400" cy="914400"/>
        </p:xfrm>
        <a:graphic>
          <a:graphicData uri="http://schemas.openxmlformats.org/drawingml/2006/table">
            <a:tbl>
              <a:tblPr/>
              <a:tblGrid>
                <a:gridCol w="2800350"/>
                <a:gridCol w="2800350"/>
                <a:gridCol w="2800350"/>
                <a:gridCol w="280035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위해 ＼ 어떤 단위로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모든 이미지에 똑같이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토큰(조각) 단위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 단위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계산 절약만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VTW (AAAI'25)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ShortV (ICCV'25)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FastV 계열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MVPruner (ECCV'26)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 단, '토큰 개수'만 조절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환각(출처) 개선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RSCD · FOCUS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Delimiter (ICLR'26)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PruneHal (철회)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 이 연구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'계산 깊이'를 조절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272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572000"/>
            <a:ext cx="11201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가장 가까운 MVPruner(ECCV'26)도 이미지별로 '토큰 개수'를 조절할 뿐 — 모든 이미지가 끝까지 계산되고, 환각 문제는 다루지 않음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'깊이 절감'과 '환각 완화'는 각각 존재하지만, 둘을 이미지 단위로 결합한 연구는 확인되지 않음 — 넓은 주장은 버리고 이 칸만 주장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단, '기존 연구의 조합'으로 보이지 않으려면 남은 관문(이미지별 차등 배분의 이득)을 실증해야 한다 — 그것이 다음 단계다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결론과 다음 계획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9893808" y="256032"/>
            <a:ext cx="1792224" cy="310896"/>
          </a:xfrm>
          <a:prstGeom prst="roundRect">
            <a:avLst>
              <a:gd name="adj" fmla="val 50000"/>
            </a:avLst>
          </a:prstGeom>
          <a:solidFill>
            <a:srgbClr val="E8890C"/>
          </a:solidFill>
          <a:ln/>
        </p:spPr>
      </p:sp>
      <p:sp>
        <p:nvSpPr>
          <p:cNvPr id="4" name="Text 2"/>
          <p:cNvSpPr/>
          <p:nvPr/>
        </p:nvSpPr>
        <p:spPr>
          <a:xfrm>
            <a:off x="9893808" y="25603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미확정 · 내일 오전 업데이트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512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성립 조건은 통과했다 — 6개월을 걸기 전에, 남은 관문 3개를 2~4주 안에 검증한다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오늘의 세 질문, 세 답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031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· 문제가 진짜 있는가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있다 — 오염 21.3% vs 대조군 0%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06324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1546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· 해법이 작동하는가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한다 — 81% 회복 + 인과 확인 + X자 곡선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411480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DF3E3"/>
          </a:solidFill>
          <a:ln w="15875">
            <a:solidFill>
              <a:srgbClr val="E889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2062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· 실제로 만들 수 있는가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 두 재료 확인 — 자리 편향 검증만 남음 (내일)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309360" y="1554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계획 — 11월 CVPR 제출 역산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201168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0528" y="2084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지금~4주 · 관문 3개 검증 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이미지별 '차등' 깊이의 이득 (밤새 1차 실측 중) ② 컨트롤러 완결(자리 뒤집기·외부 방법과 비교) ③ 속도 우위(커널 구현)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06324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0528" y="313639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9~10월 · 방법 확정·확장 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7B·타 모델 재현 → 표준 벤치마크 → 기존 방법들과 비교·ablation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411480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10528" y="418795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11월 · 제출 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CVPR — 실패 시 출구도 준비: '깊이와 환각의 인과' 분석 논문 (자산 전부 재사용)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53492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기준을 미리 동결하는 방식은 다음 단계에서도 유지합니다 — 실패하면 실패했다고 보고드리는 구조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오늘의 결론: 이 연구는 성립 근거를 '정량 수치'로 확보했다 — 관문 3개를 통과하면 CVPR, 못 하면 분석 논문으로 전환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3B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대응 상세 자료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675120" y="141732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D7E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  실험 설계 상세 (4셀 매트릭스·조건 정의)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D7E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  전체 결과표 (조건 × 문항군)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D7E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 '두 장 비교' 질문 3종 상세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D7E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  반대 방향 오염과 margin 민감도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D7E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  층별 식별률 전체 곡선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D7E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A5  층별 attention 분포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D7E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A6  재현성·환경·한계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D7E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A7  [미확정] 오늘 밤 산출분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설계 상세 — 4개 문항군(셀)과 10개 조건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6035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이미지에 질의 객체 있음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 '없다'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셀1 · 주 오염 측정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(없다→있다 뒤집힘 예상)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셀3 · 대조군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 '있다'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셀4 · 대조군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셀2 · 반대 방향 오염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(있다→없다)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프롬프트: "In the first image, is there a ○○? Answer with Yes or No."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조건 10개: 차단 없음(M) / 4·8·12·16·20·24층부터 차단 / 완전 차단(T0) / 이미지 1장(S) / 역방향 차단(T-rel)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평가: 생성 없이 다음 토큰의 Yes/No 확률 비교 · 통계: 동일 문항 짝지은 McNemar 검정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이미지: 같은 상위 범주의 다른 COCO 사진 — 객체 유무는 annotation으로 검증, 4셀 균형 배정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02920" y="489204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양방향(셀1·셀2)을 두는 이유: '예'라고만 답하는 편향(yes-bias) 같은 단일 편향으로는 두 방향을 동시에 설명할 수 없기 때문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A1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결과표 — 조건 × 문항군 정답률, 회복/부작용, p값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201400" cy="914400"/>
        </p:xfrm>
        <a:graphic>
          <a:graphicData uri="http://schemas.openxmlformats.org/drawingml/2006/table">
            <a:tbl>
              <a:tblPr/>
              <a:tblGrid>
                <a:gridCol w="1244600"/>
                <a:gridCol w="1244600"/>
                <a:gridCol w="1244600"/>
                <a:gridCol w="1244600"/>
                <a:gridCol w="1244600"/>
                <a:gridCol w="1244600"/>
                <a:gridCol w="1244600"/>
                <a:gridCol w="1244600"/>
                <a:gridCol w="1244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조건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회복(셀1)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부작용(셀1)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p(셀1)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 1장 (S)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차단 없음 (M)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4층부터 차단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6.0e-7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8층부터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6.7e-8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16층부터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1.9e-7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24층부터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완전 차단 (T0)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6.7e-8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역방향 차단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3.6e-38*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580644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역방향 차단은 600문항 전체 검정 · 12/20층 포함 전체 그리드는 results/table1.csv · 내일 세분화 그리드(12점) 추가 예정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'두 장 비교' 질문 상세 — "두 이미지 모두에 ○○ 있나요?" (3종 × 100문항)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201400" cy="914400"/>
        </p:xfrm>
        <a:graphic>
          <a:graphicData uri="http://schemas.openxmlformats.org/drawingml/2006/table">
            <a:tbl>
              <a:tblPr/>
              <a:tblGrid>
                <a:gridCol w="1244600"/>
                <a:gridCol w="1244600"/>
                <a:gridCol w="1244600"/>
                <a:gridCol w="1244600"/>
                <a:gridCol w="1244600"/>
                <a:gridCol w="1244600"/>
                <a:gridCol w="1244600"/>
                <a:gridCol w="1244600"/>
                <a:gridCol w="1244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문항 유형 (정답)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차단 없음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24층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20층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16층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12층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8층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4층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완전 차단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1번에만 있음 ('아니오')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2번에만 있음 ('아니오')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둘 다 있음 ('예')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794760"/>
            <a:ext cx="11201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본편(핵심 그림)의 빨간 곡선은 1행입니다 — '아니오'가 정답이려면 2번 이미지를 반드시 확인해야 하므로, 차단하면 무너지는 것이 정상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2행이 차단 시 1.00이 되는 이유: 2번이 안 보이면 모델이 '한 장짜리 문제'로 축소해 '아니오'를 답함(우연히 정답) — 차단의 완전성을 보여주는 부수 증거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3행이 평평한 이유: 1번만 보고도 '예'로 기울 수 있어 판별력이 낮음 — 그래서 본편 판정은 1행 기준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반대 방향 오염('있다→없다')과 확신도(margin) 민감도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9164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확신도 낮은 문항 제외 기준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주 오염: 없다→있다 (셀1)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반대: 있다→없다 (셀2)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회복률 (셀1, 4층 차단)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제외 없음 (전체)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21.3%  (150문항)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12.7%  (150문항)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확신도 ≥ 0.25만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21.4%  (131)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8.6%  (128)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확신도 ≥ 0.5만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18.9%  (111)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1.0%  (103)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확신도 ≥ 1.0만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16.2%  (74)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  (78)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" y="44348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오염(셀1)은 확신도 높은 문항만 남겨도 16~21%로 유지 → 경계선 문항의 착시가 아님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반대 방향(셀2)은 확신도 0.5 이상에서 사실상 소멸 → 결정 경계 근처의 흔들림으로 해석, 본편 주장에서 제외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따라서 본편은 셀1 + 인과 실험(역방향 차단)만으로 구성 — 약한 증거는 약하다고 표기하는 원칙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A4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층별 '관련 이미지' 식별률 — 16개 신호 평균 기준 (n=600)</a:t>
            </a:r>
            <a:endParaRPr lang="en-US" sz="2200" dirty="0"/>
          </a:p>
        </p:txBody>
      </p:sp>
      <p:pic>
        <p:nvPicPr>
          <p:cNvPr id="4" name="Image 0" descr="/Users/hansangmin/Source-Depth/results/aux_chartA_ident_by_lay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10789920" cy="39227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57607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16개 신호(head)를 평균하면 8층 72.5%(당초 판정 기준 미달 지점) — 단일 신호 선택 시 8층 99.8% (본편 질문③)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A5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층별 attention 분포 — 정답 문항 vs 뒤집힌 문항</a:t>
            </a:r>
            <a:endParaRPr lang="en-US" sz="2200" dirty="0"/>
          </a:p>
        </p:txBody>
      </p:sp>
      <p:pic>
        <p:nvPicPr>
          <p:cNvPr id="4" name="Image 0" descr="/Users/hansangmin/Source-Depth/results/fig2_attention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691640"/>
            <a:ext cx="8686800" cy="4828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6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20층 이후 두 이미지의 참조량이 갈라짐 — 본편 '같은 층 전환' 관찰과 정합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A6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재현성 · 환경 · 한계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환경: RTX 3090 24GB × 1 · torch 2.5.1+cu121 · transformers 4.52.3 · Qwen2.5-VL-3B-Instruct (BF16, eager) · 실측 36 layers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재현성: 난수 고정(seed 42) · 판정 기준 사전 등록(문서 동결) · 전 결과 raw 보존 · 실행 로그·버전 기록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규모·비용: 본 실험 29분 + 야간 확장 실험 · GPU 1장 · 오류 중단 0건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동점 처리: Yes/No 확률이 같은 104건(1.7%)은 사전 규정('없다'로 판정)대로 처리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저장소: github.com/hsmai/Source-Depth (private) — 코드·데이터 명세·문서·판정 기준·raw 결과 전부 버전 관리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한계(정직 고지): 정답 이미지 위치 고정(oracle) · 단일 물체 질문 중심 · 3B 단일 모델(7B 재현 진행 중) · 속도는 프로토타입 실측 · COCO 주석 노이즈 36건(6%)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A7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9893808" y="256032"/>
            <a:ext cx="1792224" cy="310896"/>
          </a:xfrm>
          <a:prstGeom prst="roundRect">
            <a:avLst>
              <a:gd name="adj" fmla="val 50000"/>
            </a:avLst>
          </a:prstGeom>
          <a:solidFill>
            <a:srgbClr val="E8890C"/>
          </a:solidFill>
          <a:ln/>
        </p:spPr>
      </p:sp>
      <p:sp>
        <p:nvSpPr>
          <p:cNvPr id="4" name="Text 2"/>
          <p:cNvSpPr/>
          <p:nvPr/>
        </p:nvSpPr>
        <p:spPr>
          <a:xfrm>
            <a:off x="9893808" y="25603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미확정 · 내일 오전 업데이트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512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밤 산출 중 — 내일 오전 이 칸들을 채웁니다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DF3E3"/>
          </a:solidFill>
          <a:ln w="15875">
            <a:solidFill>
              <a:srgbClr val="E8890C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704088" y="1901952"/>
            <a:ext cx="32552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자리 뒤집기 대조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질문③ 신호가 '자리 선호'인지 '관련도'인지 확정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본편 질문③ 해석 확정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73736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DF3E3"/>
          </a:solidFill>
          <a:ln w="15875">
            <a:solidFill>
              <a:srgbClr val="E8890C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4590288" y="1901952"/>
            <a:ext cx="32552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이미지별 '차등' 깊이 실측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4층 + 대상 28층을 동시에 적용 — 방법의 첫 실제 구동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결론·계획 슬라이드 갱신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75320" y="173736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DF3E3"/>
          </a:solidFill>
          <a:ln w="15875">
            <a:solidFill>
              <a:srgbClr val="E8890C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8476488" y="1901952"/>
            <a:ext cx="32552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'모두 똑같이 자르기'와 비교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방식(모든 이미지 같은 층 차단)과 동일 예산 비교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선행연구 슬라이드 보강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384048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DF3E3"/>
          </a:solidFill>
          <a:ln w="15875">
            <a:solidFill>
              <a:srgbClr val="E8890C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04088" y="4005072"/>
            <a:ext cx="32552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선택기(CLIP)와 비교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"CLIP으로 고르면 되지 않나"에 대한 정면 비교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질문 대응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89120" y="384048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DF3E3"/>
          </a:solidFill>
          <a:ln w="15875">
            <a:solidFill>
              <a:srgbClr val="E8890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4590288" y="4005072"/>
            <a:ext cx="32552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안전 손잡이(α) 곡선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'오류율 상한을 정하고 계산 최소화' — 정확도·절감 곡선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계획 슬라이드 보강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75320" y="384048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DF3E3"/>
          </a:solidFill>
          <a:ln w="15875">
            <a:solidFill>
              <a:srgbClr val="E8890C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476488" y="4005072"/>
            <a:ext cx="32552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7B 모델 재현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실험을 2배 큰 모델에서 — 스케일 일반화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한계 항목 해소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5989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야간 자동 체인 실행 중 · 실패 시 자동 재제출(watchdog) · 전 단계 이어하기(resume) 지원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2026-08-11T12:34:16Z</dcterms:created>
  <dcterms:modified xsi:type="dcterms:W3CDTF">2026-08-11T12:34:16Z</dcterms:modified>
</cp:coreProperties>
</file>