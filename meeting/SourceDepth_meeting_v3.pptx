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보고는 한 문장입니다 — '이미지마다 계산 깊이를 다르게 주면 환각이 줄고 계산도 준다', 이 가설이 실험에서 성립했습니다. 세 개의 숫자(21% 오염, 81% 회복, 정반대 최적 깊이)로 차례로 보여드리겠습니다.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구조를 먼저 드립니다. 성립 여부를 세 질문으로 쪼갰고, 각 질문에 실험 숫자로 답한 뒤 마지막에 종합 결론과 다음 계획을 말씀드립니다.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자체는 알려져 있습니다. 저희의 차별점은 '어느 깊이에서 섞이는가'를 재고, '계산을 줄이면서' 고치는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차단은 attention 계산에서 그 이미지 토큰을 제외하는 것이라, 수학적으로 '없는 것'과 동일합니다. 다만 차단 이전 층에서 이미 새어나간 정보는 못 막는데, 그 잔여분도 실측했고 오답의 19% 이하였습니다.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설계의 핵심은 대조군입니다. 방해 이미지에 물건이 있는 문항과 없는 문항을 똑같이 150개씩 두면, 뒤집힘이 물건 때문인지 아닌지 바로 구분됩니다. 그리고 판정 기준을 실험 전에 동결했습니다.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측정 장치 자체를 먼저 검증했습니다. 특히 세 번째 — 마스킹이 흉내가 아니라 토큰을 실제로 삭제한 구현과 100% 같은 예측을 낸다는 것까지 확인했습니다.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정직하게 말합니다. 7B에서 우리 벤치로는 안 잡힙니다. 이유는 천장 효과이고, 문헌은 더 어려운 벤치에서 7B도 무너진다고 보고합니다. 그래서 Phase 1의 과제 중 하나가 벤치 이동입니다.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회복 81% 대 부작용 3.7%, 22배입니다. 그리고 차단 결과가 이미지 1장만 준 것보다 높다는 것 — '얕게 차단하는 것이 더 싸면서 더 정확하다'는 제안서의 문장이 그대로 실측됐습니다.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'그 회복이 우연 아니냐'에 대한 답입니다. 질문 대상을 반대로 차단하면 정답률이 무너져야 진짜인데, 실제로 0.79에서 0.50으로 무너졌고 답이 정확히 '보이는 이미지'를 따라갔습니다.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중요한 단서를 하나 답니다. relational 질문에서 -51%p는 치명적으로 보이지만, '이 질문이 비교형인가'는 텍스트만 보고 0층에서 판정할 수 있습니다. 즉 이 실패는 게이트로 회피 가능합니다. 반면 '어느 이미지가 관련인가'는 그렇지 않고, 그게 다음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슬라이드의 마지막 한 줄이 가장 중요합니다. 지금까지 보여드린 모든 이득은 oracle 조건입니다. 그 조건이 실현 가능한지가 이 연구의 사활이고, 다음 슬라이드가 그 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슬라이드가 오늘 발표의 핵심입니다. 실패를 보고하는 게 아니라, 실패의 구조적 이유를 규명한 것을 보고합니다. FastV 같은 기존 동적 pruning도 얕은 층 attention을 쓰는데, Feather the Throttle(ICCV25)이 그 신호가 위치 편향임을 토큰 단위로 보였고 저희가 이미지 단위로 확인했습니다. 즉 이건 우리 방법만의 문제가 아닙니다.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novelty 우려는 저희가 먼저 조사했습니다. 12편 전부 원문 확인했고, 과한 주장은 버렸습니다. 남는 칸이 이 연구의 자리이고, 이 칸은 비어 있습니다. 단 결합 novelty라는 지적을 피하려면 차등 배분의 이득을 실증해야 하고, 그게 지금 밤새 돌고 있는 실험입니다.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정리하면 — 방법을 만들었다고 말씀드릴 수 없습니다. 대신 이 방향이 왜 어려운지를 정확히 측정했고, 그 측정이 우리 방법만이 아니라 attention 기반 동적 pruning 계열 전체에 적용됩니다. 6개월을 걸기 전에 2주 게이트를 먼저 통과시키고 싶습니다.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8A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SOURCEDEPTH · 검증 실험(PHASE 0) 결과 보고 · 2026-08-12 · IMML Lab 한상민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155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이미지마다 계산 깊이를 다르게 주면,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멀티이미지 환각이 줄고 계산도 준다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가설의 절반은 확인, 절반은 반증 — 그리고 반증된 쪽이 더 유용한 발견이었습니다.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3611880" cy="2606040"/>
          </a:xfrm>
          <a:prstGeom prst="roundRect">
            <a:avLst>
              <a:gd name="adj" fmla="val 3509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7216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문제는 실재했다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42519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무관한 이미지 1장이 멀쩡하던 답의 21%를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뒤집었고(대조군 0%), 4층 차단으로 81% 회복.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반대로 정답 이미지를 자르면 0.79→0.50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5532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인과까지 확인 (p=4×10⁻³⁸)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3520440"/>
            <a:ext cx="3611880" cy="2606040"/>
          </a:xfrm>
          <a:prstGeom prst="roundRect">
            <a:avLst>
              <a:gd name="adj" fmla="val 3509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37216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배분이 예산보다 중요하다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572000" y="42519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계산량에서 배분만 바꿔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 +28.7%p / 7B +8.7%p.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스케일 모두 재현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0" y="5532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단, 정답 이미지를 아는 조건(oracle)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3520440"/>
            <a:ext cx="3611880" cy="2606040"/>
          </a:xfrm>
          <a:prstGeom prst="roundRect">
            <a:avLst>
              <a:gd name="adj" fmla="val 3509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372160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그러나 스스로 판정하지 못한다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66760" y="425196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"어느 이미지가 관련인가"를 판정 가능한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시점이 개입이 유효한 시점보다 늦다.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컨트롤러를 끼우면 −1.5%p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66760" y="5532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이 실패의 구조가 오늘의 핵심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보고의 구조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 연구가 성립하는가"를 세 가지 질문으로 나눠 검증했습니다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57600" cy="4023360"/>
          </a:xfrm>
          <a:prstGeom prst="roundRect">
            <a:avLst>
              <a:gd name="adj" fmla="val 2500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566928" cy="566928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9019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문제가 진짜 있는가?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8952" y="265176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이미지를 하나 더 넣으면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정말 답이 오염되는가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58952" y="3749040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그렇다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502920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답은 슬라이드 5에서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600200"/>
            <a:ext cx="3657600" cy="4023360"/>
          </a:xfrm>
          <a:prstGeom prst="roundRect">
            <a:avLst>
              <a:gd name="adj" fmla="val 2500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828800"/>
            <a:ext cx="566928" cy="566928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49240" y="19019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해법이 작동하는가?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45152" y="265176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'중간부터 차단'이 오염을 고치는가,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효과는 인과적인가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45152" y="3749040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그렇다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645152" y="502920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답은 슬라이드 6–8에서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75320" y="1600200"/>
            <a:ext cx="3657600" cy="4023360"/>
          </a:xfrm>
          <a:prstGeom prst="roundRect">
            <a:avLst>
              <a:gd name="adj" fmla="val 2500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03920" y="1828800"/>
            <a:ext cx="566928" cy="566928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35440" y="190195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만들 수 있는가?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531352" y="2651760"/>
            <a:ext cx="31455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 차단할지 스스로 알 수 있는가,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빨라지는가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531352" y="3749040"/>
            <a:ext cx="31455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아직 아니다</a:t>
            </a:r>
            <a:endParaRPr lang="en-US" sz="2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그 이유를 규명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531352" y="502920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답은 슬라이드 12에서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6053328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F3B57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6053328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오늘의 핵심 메시지: 라우팅(무엇을 자를지 결정)은 결합(질문↔이미지 연결)보다 먼저 일어날 수 없다 — 그 시점을 처음 측정했습니다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 — 무엇이 문제인가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이미지를 한 장 더 넣었을 뿐인데, 모델은 답의 '출처'를 섞기 시작한다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EFF4F9"/>
          </a:solidFill>
          <a:ln w="25400">
            <a:solidFill>
              <a:srgbClr val="1F77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737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1 (질문 대상)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파란 모자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63240" y="1481328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EFF4F9"/>
          </a:solidFill>
          <a:ln w="25400">
            <a:solidFill>
              <a:srgbClr val="D627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63240" y="17373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2 — "방해 이미지"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빨간 모자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94436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질문: "1번 이미지 사람의 모자는 무슨 색?"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0" y="3328416"/>
            <a:ext cx="365760" cy="384048"/>
          </a:xfrm>
          <a:prstGeom prst="downArrow">
            <a:avLst/>
          </a:prstGeom>
          <a:solidFill>
            <a:srgbClr val="6B7280"/>
          </a:solidFill>
          <a:ln/>
        </p:spPr>
      </p:sp>
      <p:sp>
        <p:nvSpPr>
          <p:cNvPr id="10" name="Shape 8"/>
          <p:cNvSpPr/>
          <p:nvPr/>
        </p:nvSpPr>
        <p:spPr>
          <a:xfrm>
            <a:off x="1417320" y="3813048"/>
            <a:ext cx="3017520" cy="868680"/>
          </a:xfrm>
          <a:prstGeom prst="roundRect">
            <a:avLst>
              <a:gd name="adj" fmla="val 10526"/>
            </a:avLst>
          </a:prstGeom>
          <a:solidFill>
            <a:srgbClr val="FBEAEA"/>
          </a:solidFill>
          <a:ln w="19050">
            <a:solidFill>
              <a:srgbClr val="D627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38862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모델의 답: "빨간색"  ✗</a:t>
            </a:r>
            <a:endParaRPr lang="en-US" sz="15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옆 이미지의 정보를 가져다 답함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498348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3F4F6"/>
          </a:solidFill>
          <a:ln/>
        </p:spPr>
      </p:sp>
      <p:sp>
        <p:nvSpPr>
          <p:cNvPr id="13" name="Text 11"/>
          <p:cNvSpPr/>
          <p:nvPr/>
        </p:nvSpPr>
        <p:spPr>
          <a:xfrm>
            <a:off x="704088" y="505663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발표의 용어 두 개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이미지 = 질문과 무관한 이미지  ·  차단 = 특정 층부터 모델이 그 이미지를 참조하지 못하게 막는 것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72200" y="1481328"/>
            <a:ext cx="5532120" cy="4370832"/>
          </a:xfrm>
          <a:prstGeom prst="roundRect">
            <a:avLst>
              <a:gd name="adj" fmla="val 2092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691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현상을 저희 실험으로 재보면 —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20574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질문 · 같은 정답. 방해 이미지 1장만 추가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25146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89.3%</a:t>
            </a:r>
            <a:pPr indent="0" marL="0">
              <a:buNone/>
            </a:pPr>
            <a:r>
              <a:rPr lang="en-US" sz="3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</a:t>
            </a:r>
            <a:pPr indent="0" marL="0">
              <a:buNone/>
            </a:pPr>
            <a:r>
              <a:rPr lang="en-US" sz="44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72.0%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446520" y="3520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정답률 17.3%p 하락 — 이미지 600문항 실측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46520" y="4023360"/>
            <a:ext cx="5074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 학계가 이름 붙인 문제입니다 (cross-image leakage, FOCUS 2025 등)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해법들은 계산을 '더' 써서 고칩니다 — 예: 이미지 N장이면 forward를 N+1번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6053328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F3B57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6053328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이미지가 늘면 출처가 섞여 정답률이 떨어진다 (단, 7B·이 벤치에서는 미관측 — 슬라이드 7) — 그리고 기존 해법은 전부 '계산을 더 쓰는' 방향이다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아이디어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이미지들이 섞이는 통로는 층마다 한 번의 attention뿐 — 그 통로를 중간부터 닫아보자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4447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지금의 모델: 끝까지 계속 섞임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14400" y="1810512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810512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83080" y="181051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대상 ●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91840" y="181051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 섞임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06240" y="18105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●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14400" y="2340864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340864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2층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83080" y="234086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대상 ●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91840" y="234086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 섞임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206240" y="234086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●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4400" y="2871216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871216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83080" y="287121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대상 ●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91840" y="287121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 섞임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06240" y="28712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●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4400" y="3401568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40156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4층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83080" y="340156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대상 ●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91840" y="340156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 섞임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206240" y="34015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●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14400" y="3931920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393192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5층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83080" y="39319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대상 ●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291840" y="39319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 섞임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206240" y="39319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●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14400" y="452628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층이 깊어질수록 출처 오염이 누적된다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583680" y="14447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제안: L층부터 방해 이미지 차단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583680" y="1810512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93408" y="1810512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1층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52360" y="181051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대상 ●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961120" y="181051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 섞임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875520" y="181051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●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583680" y="2340864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EFF4F9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93408" y="2340864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2층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452360" y="2340864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대상 ●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961120" y="234086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 섞임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875520" y="234086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●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583680" y="2871216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93408" y="2871216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3층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52360" y="2871216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대상 ●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8961120" y="287121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9875520" y="28712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✕ (계산 생략)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583680" y="3401568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93408" y="340156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4층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452360" y="340156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대상 ●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961120" y="340156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9875520" y="340156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✕ (계산 생략)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583680" y="3931920"/>
            <a:ext cx="4663440" cy="438912"/>
          </a:xfrm>
          <a:prstGeom prst="roundRect">
            <a:avLst>
              <a:gd name="adj" fmla="val 12500"/>
            </a:avLst>
          </a:prstGeom>
          <a:solidFill>
            <a:srgbClr val="F3F4F6"/>
          </a:solidFill>
          <a:ln w="9525">
            <a:solidFill>
              <a:srgbClr val="D5DE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93408" y="3931920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5층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452360" y="3931920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대상 ●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8961120" y="39319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9875520" y="393192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✕ (계산 생략)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583680" y="452628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 통로를 닫고, 그 이미지의 남은 계산도 아낀다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502920" y="5166360"/>
            <a:ext cx="11201400" cy="777240"/>
          </a:xfrm>
          <a:prstGeom prst="roundRect">
            <a:avLst>
              <a:gd name="adj" fmla="val 9412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7240" y="51663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차단된 층에서는 그 이미지를 전혀 참조할 수 없습니다 (근사 억제가 아님).  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이전에 새어나간 정보는 막지 못합니다 (실측 잔여분: 오답의 19% 이하).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502920" y="6053328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F3B57"/>
          </a:solidFill>
          <a:ln/>
        </p:spPr>
      </p:sp>
      <p:sp>
        <p:nvSpPr>
          <p:cNvPr id="61" name="Text 59"/>
          <p:cNvSpPr/>
          <p:nvPr/>
        </p:nvSpPr>
        <p:spPr>
          <a:xfrm>
            <a:off x="777240" y="6053328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가설: 무관한 이미지는 얕게, 필요한 이미지는 깊게 — "이미지별로 다른 깊이"가 정확도와 효율을 동시에 잡는다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방법 — 실험을 어떻게 짰는가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오염이 '생길 수밖에 없는' 문항과 '안 생기는' 문항을 나란히 놓고 비교했다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502920" cy="502920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이렇게 묻습니다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88720" y="19202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"첫 번째 이미지에 ○○이 있나요?" (예/아니오)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 사진 + 공인 검증 문제(POPE) 600문항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816352"/>
            <a:ext cx="502920" cy="502920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8163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79806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오염을 '유발'하는 조건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88720" y="316382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이미지에 바로 그 ○○이 들어있는 문항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모델이 헷갈릴 재료를 일부러 제공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059936"/>
            <a:ext cx="502920" cy="502920"/>
          </a:xfrm>
          <a:prstGeom prst="ellipse">
            <a:avLst/>
          </a:prstGeom>
          <a:solidFill>
            <a:srgbClr val="1F3B57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4059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404164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대조군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88720" y="4407408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이미지에 ○○이 없는 문항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여기서도 답이 뒤집히면 오염이 아닌 다른 원인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0" y="15727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그리고 문항마다 '차단 깊이'를 바꿔가며 10번씩 측정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0" y="2011680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EFF4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201168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없음 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기준선 — 지금의 모델 그대로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2852928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EFF4F9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2852928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4층부터 ~ 24층부터 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시작 층을 6단계로 변화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0" y="3694176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EFF4F9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694176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처음부터 완전 차단 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이미지를 아예 안 준 것과 비교하는 상한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0" y="4535424"/>
            <a:ext cx="5303520" cy="731520"/>
          </a:xfrm>
          <a:prstGeom prst="roundRect">
            <a:avLst>
              <a:gd name="adj" fmla="val 10000"/>
            </a:avLst>
          </a:prstGeom>
          <a:solidFill>
            <a:srgbClr val="FDF3E3"/>
          </a:solidFill>
          <a:ln w="12700">
            <a:solidFill>
              <a:srgbClr val="E889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29400" y="4535424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반대로 '질문 대상'을 차단 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검증용 — 이게 무너지지 않으면 가짜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02920" y="5486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판정 기준(무엇이 나오면 성공/실패인지)은 실험 전에 문서로 못 박아 두었습니다 — 결과를 보고 바꾸지 않음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" y="6053328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F3B57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6053328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이렇게 짜면 "답이 뒤집히는 것"이 우연인지, 방해 이미지 때문인지가 숫자로 구분된다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방법 — 측정을 믿을 수 있는가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실험 전에, 측정 장치가 멀쩡한지부터 3가지로 점검했다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657600" cy="3246120"/>
          </a:xfrm>
          <a:prstGeom prst="roundRect">
            <a:avLst>
              <a:gd name="adj" fmla="val 2817"/>
            </a:avLst>
          </a:prstGeom>
          <a:solidFill>
            <a:srgbClr val="E9F4E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90195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장치가 진짜 작동하나?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269748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98.3%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58952" y="3566160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이미지를 '완전 차단'한 결과가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아예 안 준 결과와 예측 98.3% 일치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(+ 차단된 층의 참조량이 정확히 0임을 관측)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657600" cy="3246120"/>
          </a:xfrm>
          <a:prstGeom prst="roundRect">
            <a:avLst>
              <a:gd name="adj" fmla="val 2817"/>
            </a:avLst>
          </a:prstGeom>
          <a:solidFill>
            <a:srgbClr val="E9F4E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87452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190195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채점이 멀쩡한가?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45152" y="269748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85.5%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645152" y="3566160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1장만 줬을 때 정답률 85.5%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같은 모델의 공개 보고치(~80%대)와 일치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75320" y="1645920"/>
            <a:ext cx="3657600" cy="3246120"/>
          </a:xfrm>
          <a:prstGeom prst="roundRect">
            <a:avLst>
              <a:gd name="adj" fmla="val 2817"/>
            </a:avLst>
          </a:prstGeom>
          <a:solidFill>
            <a:srgbClr val="E9F4EE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187452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98280" y="190195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마스킹이 흉내는 아닌가?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531352" y="2697480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531352" y="3566160"/>
            <a:ext cx="31455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토큰을 실제로 삭제한 별도 구현과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예측이 100% 일치 — 등가성 검증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51663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규모: 600문항 × 10조건 = 6,000회 측정 · GPU 1장 · 29분 · 난수 고정(seed 42) · 오류 중단 0건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6053328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F3B57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6053328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이후의 모든 숫자는 이 3가지 점검을 통과한 측정에서 나온 실측값이다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① — 문제가 진짜 있는가?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3B에서는 명확히 있다 — 그러나 7B·이 벤치에서는 사라진다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FBEAEA"/>
          </a:solidFill>
          <a:ln w="15875">
            <a:solidFill>
              <a:srgbClr val="D627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Qwen2.5-VL-3B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46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21.3%</a:t>
            </a:r>
            <a:endParaRPr lang="en-US" sz="4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답이 뒤집힌 비율 (대조군 0.0%)</a:t>
            </a:r>
            <a:endParaRPr lang="en-US" sz="4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이미지 0.893 → 2장 0.720 (−17.3%p)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77240" y="4114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오염이 실재하고, 차단으로 81%가 회복됨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486400" cy="3200400"/>
          </a:xfrm>
          <a:prstGeom prst="roundRect">
            <a:avLst>
              <a:gd name="adj" fmla="val 2857"/>
            </a:avLst>
          </a:prstGeom>
          <a:solidFill>
            <a:srgbClr val="F3F4F6"/>
          </a:solidFill>
          <a:ln w="15875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Qwen2.5-VL-7B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46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0.7%</a:t>
            </a:r>
            <a:endParaRPr lang="en-US" sz="4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거의 뒤집히지 않음</a:t>
            </a:r>
            <a:endParaRPr lang="en-US" sz="4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이미지 0.947 → 2장 0.967 (오히려 +2.0%p)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492240" y="4114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단일 이미지에서 이미 94.7% — 천장이라 드러날 여지가 없음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489204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992624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그러면 7B에서는 문제가 없는가? — 문헌은 아니라고 말합니다.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FOCUS(2025) 부록: 같은 Qwen2.5-VL-7B에서 단일→멀티 −10.4%p  ·  MVH-Bench(2026): 7B 오답의 87~94%가 '다른 이미지에서 온 정보'  ·  GPT-4o도 같은 벤치에서 붕괴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6053328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F3B57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6053328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질문 ①의 답: 문제는 실재한다. 단 우리 벤치(POPE+방해 1장)는 7B에게 너무 쉬워 계측기로 부적합 — 벤치 이동이 필요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② — 해법이 작동하는가?  (1/3: 고쳐지는가)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4층 이후 차단만으로, 오염된 오답의 81%가 되살아났다</a:t>
            </a:r>
            <a:endParaRPr lang="en-US" sz="2200" dirty="0"/>
          </a:p>
        </p:txBody>
      </p:sp>
      <p:pic>
        <p:nvPicPr>
          <p:cNvPr id="4" name="Image 0" descr="/Users/hansangmin/Source-Depth/results/fig1_accuracy_vs_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72768"/>
            <a:ext cx="6949440" cy="28437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4480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읽는 법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가로축 = 차단을 시작하는 층(왼쪽일수록 일찍 차단) · 빨간 점선 = 차단 없음(72%) · 왼쪽 패널이 위 질문 ①의 문항들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726680" y="1645920"/>
            <a:ext cx="3977640" cy="1060704"/>
          </a:xfrm>
          <a:prstGeom prst="roundRect">
            <a:avLst>
              <a:gd name="adj" fmla="val 6897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36992" y="17373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고쳐진 오답 81%  vs  새로 생긴 오답 3.7%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부작용의 22배 — '지우기만 한 것'이 아니라 회복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26680" y="2852928"/>
            <a:ext cx="3977640" cy="1060704"/>
          </a:xfrm>
          <a:prstGeom prst="roundRect">
            <a:avLst>
              <a:gd name="adj" fmla="val 6897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36992" y="2944368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우연일 확률 p = 6×10⁻⁷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문항을 짝지어 비교하는 통계 검정(McNemar)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26680" y="4059936"/>
            <a:ext cx="3977640" cy="1060704"/>
          </a:xfrm>
          <a:prstGeom prst="roundRect">
            <a:avLst>
              <a:gd name="adj" fmla="val 6897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36992" y="4151376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= 계산 절약이기도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이미지 계산의 89%를 건너뜀 (이론상 전체의 42%)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4864608"/>
            <a:ext cx="11201400" cy="1024128"/>
          </a:xfrm>
          <a:prstGeom prst="roundRect">
            <a:avLst>
              <a:gd name="adj" fmla="val 7143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4974336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"답을 '없다' 쪽으로 민 것 아닌가?" — 아닙니다. 오염이 있던 문항군만 오르고, 없던 대조군은 오르지 않았습니다.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 유발 문항군 72.0% → 92.0% (+20.0%p)   vs   같은 정답('없다')이지만 오염 없는 대조군 98.0% → 96.0% (−2.0%p)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2920" y="6053328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F3B57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6053328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차단은 오염을 부작용 없이 고친다 — 그리고 고치는 동시에 계산을 아낀다 (이 연구의 핵심 약속이 실측됨)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② — 해법이 작동하는가?  (2/3: 효과가 진짜인가)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 사살 — 반대로 '질문 대상'을 차단하면 무너져야 한다. 실제로 무너졌다</a:t>
            </a:r>
            <a:endParaRPr lang="en-US" sz="2200" dirty="0"/>
          </a:p>
        </p:txBody>
      </p:sp>
      <p:pic>
        <p:nvPicPr>
          <p:cNvPr id="4" name="Image 0" descr="/Users/hansangmin/Source-Depth/results/aux_chartC_negative_contr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64008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3035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읽는 법 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보라 막대 = 질문 대상 이미지를 차단한 경우. 모델에게는 방해 이미지만 보이는 상태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178040" y="1691640"/>
            <a:ext cx="4526280" cy="1188720"/>
          </a:xfrm>
          <a:prstGeom prst="roundRect">
            <a:avLst>
              <a:gd name="adj" fmla="val 6154"/>
            </a:avLst>
          </a:prstGeom>
          <a:solidFill>
            <a:srgbClr val="EFF4F9"/>
          </a:solidFill>
          <a:ln w="15875">
            <a:solidFill>
              <a:srgbClr val="D627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88352" y="1783080"/>
            <a:ext cx="4114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정답률 0.79 → 0.50 으로 붕괴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우연일 확률 10⁻³⁸ — 사실상 0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178040" y="3017520"/>
            <a:ext cx="4526280" cy="1188720"/>
          </a:xfrm>
          <a:prstGeom prst="roundRect">
            <a:avLst>
              <a:gd name="adj" fmla="val 6154"/>
            </a:avLst>
          </a:prstGeom>
          <a:solidFill>
            <a:srgbClr val="EFF4F9"/>
          </a:solidFill>
          <a:ln w="15875">
            <a:solidFill>
              <a:srgbClr val="1F3B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88352" y="3108960"/>
            <a:ext cx="4114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답이 '보이는 이미지'를 그대로 따라감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대상을 가리면 방해 이미지 기준으로 답함 — 차단이 구조적으로 완전하다는 뜻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178040" y="4343400"/>
            <a:ext cx="4526280" cy="1188720"/>
          </a:xfrm>
          <a:prstGeom prst="roundRect">
            <a:avLst>
              <a:gd name="adj" fmla="val 6154"/>
            </a:avLst>
          </a:prstGeom>
          <a:solidFill>
            <a:srgbClr val="EFF4F9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88352" y="4434840"/>
            <a:ext cx="41148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2E8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방향을 뒤집으면 효과도 뒤집힘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회복 효과는 상관이 아니라 인과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" y="6053328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F3B57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6053328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질문 ②의 답 (2/3): 회복은 진짜다 — 차단 방향을 뒤집자 효과도 뒤집혔다 (인과 확인)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② — (3/3) 질문 유형에 따라 최적 깊이가 갈린다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개입이 한쪽 질문에서는 무해하고, 다른 쪽에서는 붕괴시킨다 — 두 스케일 모두</a:t>
            </a:r>
            <a:endParaRPr lang="en-US" sz="2200" dirty="0"/>
          </a:p>
        </p:txBody>
      </p:sp>
      <p:pic>
        <p:nvPicPr>
          <p:cNvPr id="4" name="Image 0" descr="/Users/hansangmin/Source-Depth/results/fig6_xcross_both_sca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11064240" cy="3794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3B: 단일이미지 질문 +21%p  vs  비교 질문 −51.0%p  (부호 역전)      </a:t>
            </a:r>
            <a:pPr indent="0" marL="0"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7B: −0.7%p  vs  −41.0%p  (부호는 같고 크기가 58배)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568756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 구간이 두 모델에서 같은 상대 깊이(43~71%) — 스케일에 불변인 구조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02920" y="6053328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F3B57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6053328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하나의 고정 깊이로 두 질문 유형을 동시에 만족할 수 없다 — 단, 질문 유형은 텍스트만으로 사전 판정 가능하다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② — 그래서 얼마나 이득인가?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565892" y="256032"/>
            <a:ext cx="1120140" cy="310896"/>
          </a:xfrm>
          <a:prstGeom prst="roundRect">
            <a:avLst>
              <a:gd name="adj" fmla="val 50000"/>
            </a:avLst>
          </a:prstGeom>
          <a:solidFill>
            <a:srgbClr val="E8890C"/>
          </a:solidFill>
          <a:ln/>
        </p:spPr>
      </p:sp>
      <p:sp>
        <p:nvSpPr>
          <p:cNvPr id="4" name="Text 2"/>
          <p:cNvSpPr/>
          <p:nvPr/>
        </p:nvSpPr>
        <p:spPr>
          <a:xfrm>
            <a:off x="10565892" y="256032"/>
            <a:ext cx="11201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조건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계산량을 쓰면서 배분만 바꿔도 정확도가 크게 갈린다</a:t>
            </a:r>
            <a:endParaRPr lang="en-US" sz="2200" dirty="0"/>
          </a:p>
        </p:txBody>
      </p:sp>
      <p:pic>
        <p:nvPicPr>
          <p:cNvPr id="6" name="Image 0" descr="/Users/hansangmin/Source-Depth/results/fig5_allocation_vs_uni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1064240" cy="3931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차등 배분(방해 4층 + 대상 28층)  vs  일괄 차단(둘 다 16층) — 같은 '이미지-레이어' 예산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3B: 50.5% 절감에서 0.837 vs 0.550 (+28.7%p)   ·   7B: 38.9% 절감에서 0.802 vs 0.715 (+8.7%p)   ·   차단 없음 기준선 0.790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02920" y="6053328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F3B57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6053328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단, 이 수치는 '어느 쪽이 방해 이미지인지 아는' 조건입니다. 다음 슬라이드에서 그 조건이 실현 가능한지 봅니다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③ — 실제로 만들 수 있는가?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판정할 수 있게 되는 시점이, 개입이 유효한 시점보다 늦다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BEAEA"/>
          </a:solidFill>
          <a:ln w="15875">
            <a:solidFill>
              <a:srgbClr val="D627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얕은 층 신호는 가짜였다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8층에서 관련 이미지 식별 99.8%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이미지 순서를 뒤집자  0.2%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 '관련도'가 아니라 '첫 번째 이미지'를 보던 head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50876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DF3E3"/>
          </a:solidFill>
          <a:ln w="15875">
            <a:solidFill>
              <a:srgbClr val="E889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진짜 신호는 훨씬 깊은 곳에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05740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순서를 뒤집어도 맞는 head를 전수 탐색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얕은 층(2~16): 0.31~0.51 = 무작위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22층: 0.882  ← 여기서 처음 신뢰 가능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3840480"/>
            <a:ext cx="11201400" cy="1234440"/>
          </a:xfrm>
          <a:prstGeom prst="roundRect">
            <a:avLst>
              <a:gd name="adj" fmla="val 7407"/>
            </a:avLst>
          </a:prstGeom>
          <a:solidFill>
            <a:srgbClr val="EFF4F9"/>
          </a:solidFill>
          <a:ln w="12700">
            <a:solidFill>
              <a:srgbClr val="D5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9502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그래서 시간 역전이 생긴다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709160"/>
            <a:ext cx="7863840" cy="0"/>
          </a:xfrm>
          <a:prstGeom prst="line">
            <a:avLst/>
          </a:prstGeom>
          <a:noFill/>
          <a:ln w="25400">
            <a:solidFill>
              <a:srgbClr val="1F3B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" y="4645152"/>
            <a:ext cx="128016" cy="12801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" y="42245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0층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67912" y="4645152"/>
            <a:ext cx="128016" cy="128016"/>
          </a:xfrm>
          <a:prstGeom prst="ellipse">
            <a:avLst/>
          </a:prstGeom>
          <a:solidFill>
            <a:srgbClr val="1F77B4"/>
          </a:solidFill>
          <a:ln/>
        </p:spPr>
      </p:sp>
      <p:sp>
        <p:nvSpPr>
          <p:cNvPr id="16" name="Text 14"/>
          <p:cNvSpPr/>
          <p:nvPr/>
        </p:nvSpPr>
        <p:spPr>
          <a:xfrm>
            <a:off x="3108960" y="42245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개입 유효 한계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971032" y="4645152"/>
            <a:ext cx="128016" cy="128016"/>
          </a:xfrm>
          <a:prstGeom prst="ellipse">
            <a:avLst/>
          </a:prstGeom>
          <a:solidFill>
            <a:srgbClr val="E8890C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42245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22층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 가능 시작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31352" y="4645152"/>
            <a:ext cx="128016" cy="128016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422452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36층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144000" y="40233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 가능 시점 &gt; 개입 유효 시점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이 계열 방법의 구조적 상한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5212080"/>
            <a:ext cx="11201400" cy="713232"/>
          </a:xfrm>
          <a:prstGeom prst="roundRect">
            <a:avLst>
              <a:gd name="adj" fmla="val 10256"/>
            </a:avLst>
          </a:prstGeom>
          <a:solidFill>
            <a:srgbClr val="FBEAEA"/>
          </a:solidFill>
          <a:ln w="15875">
            <a:solidFill>
              <a:srgbClr val="D627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212080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27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컨트롤러를 끼우면:  0.882 × 0.812 + 0.118 × 0.50 = 0.775   vs   차단 없음 0.790   →  −1.5%p (이득이 아니라 손실)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02920" y="6053328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F3B57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6053328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질문 ③의 답: 지금은 만들 수 없다. 그러나 '왜 만들 수 없는지'가 이 계열 전체에 적용되는 제약이다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질문 — "이미 있는 연구 아닌가요?"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인접 논문 12편의 원문을 전부 확인했다 — "이미지별로 깊이를 다르게"는 빈칸이다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201400" cy="914400"/>
        </p:xfrm>
        <a:graphic>
          <a:graphicData uri="http://schemas.openxmlformats.org/drawingml/2006/table">
            <a:tbl>
              <a:tblPr/>
              <a:tblGrid>
                <a:gridCol w="2800350"/>
                <a:gridCol w="2800350"/>
                <a:gridCol w="2800350"/>
                <a:gridCol w="280035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무엇을 위해 ＼ 어떤 단위로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모든 이미지에 똑같이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토큰(조각) 단위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 단위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계산 절약만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VTW (AAAI'25)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ShortV (ICCV'25)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FastV 계열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MVPruner (ECCV'26)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 단, '토큰 개수'만 조절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환각(출처) 개선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RSCD · FOCUS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Delimiter (ICLR'26)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PruneHal (철회)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이 연구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'계산 깊이'를 조절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7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572000"/>
            <a:ext cx="11201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가까운 MVPruner(ECCV'26)도 이미지별로 '토큰 개수'를 조절할 뿐 — 모든 이미지가 끝까지 계산되고, 환각 문제는 다루지 않음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'깊이 절감'과 '환각 완화'는 각각 존재하지만, FastV류는 얕은 층 attention으로 자르는데 그 신호가 위치 편향임이 토큰 단위로 보고됨(Feather the Throttle, ICCV'25) - 우리는 이미지 단위로 확인. 그리고 최근 연구가 layer 12~23에서 cross-image attention을 일괄 차단해 LLaVA-OV 7B 54.0-&gt;63.8을 얻음(컨트롤러 없이). 우리 차별점은 방법이 아니라 '왜 그 구간인가'의 규명 — 넓은 주장은 버리고 이 칸만 주장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02920" y="6053328"/>
            <a:ext cx="11201400" cy="566928"/>
          </a:xfrm>
          <a:prstGeom prst="roundRect">
            <a:avLst>
              <a:gd name="adj" fmla="val 12903"/>
            </a:avLst>
          </a:prstGeom>
          <a:solidFill>
            <a:srgbClr val="1F3B57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6053328"/>
            <a:ext cx="10744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단, '기존 연구의 조합'으로 보이지 않으려면 남은 관문(이미지별 차등 배분의 이득)을 실증해야 한다 — 그것이 다음 단계다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9FB8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결론과 결정 요청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방법은 아직 없다 — 만든 것은 측정 도구와 제약 조건이다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719072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CE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확인한 것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04088" y="2176272"/>
            <a:ext cx="32552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오염 실재·회복·인과 (3B, p=4×10⁻³⁸)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배분 &gt; 예산 (3B +28.7%p / 7B +8.7%p, oracle)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유형별 최적 깊이 상이 (양 스케일)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결합(binding)이 일어나는 상대 깊이 ≈60%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55448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1719072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8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막힌 것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90288" y="2176272"/>
            <a:ext cx="32552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컨트롤러: 판정 시점(22층) &gt; 개입 시점(16층)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끼우면 −1.5%p (이득 아님)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7B·POPE에서 오염 미관측 (벤치 한계)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 속도 9.7% (이론 42.4%)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75320" y="155448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1D3850"/>
          </a:solidFill>
          <a:ln w="12700">
            <a:solidFill>
              <a:srgbClr val="2E4E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76488" y="1719072"/>
            <a:ext cx="3255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검증 (2주)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476488" y="2176272"/>
            <a:ext cx="32552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이미지 위치 50/50 균형화 재측정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컨트롤러 end-to-end 실측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유형 게이트 정책 실측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배분 대조군 · layer-0 상한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493776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받고 싶은 결정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5800" y="532180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트랙   </a:t>
            </a:r>
            <a:pPr indent="0" marL="0">
              <a:buNone/>
            </a:pPr>
            <a:r>
              <a:rPr lang="en-US" sz="115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제약·분석 논문  /  (B) risk-calibrated 배분  /  (C) 질문유형 게이트 method — 2주 후 재결정 전제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85800" y="570585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실험   </a:t>
            </a:r>
            <a:pPr indent="0" marL="0">
              <a:buNone/>
            </a:pPr>
            <a:r>
              <a:rPr lang="en-US" sz="115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 2주 게이트 6개 승인 (GPU 1장, 기존 자산 재사용)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5800" y="608990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C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벤치   </a:t>
            </a:r>
            <a:pPr indent="0" marL="0">
              <a:buNone/>
            </a:pPr>
            <a:r>
              <a:rPr lang="en-US" sz="115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POPE → MVH-Bench 이동 (7B baseline 64.1%, headroom 35%p)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F3B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C6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대응 상세 자료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75120" y="141732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  실험 설계 상세 (4셀 매트릭스·조건 정의)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  전체 결과표 (조건 × 문항군)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  '두 장 비교' 질문 3종 상세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 반대 방향 오염과 margin 민감도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A3b 자체 반증 점검 (단일 이미지 비교)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A3c 배분의 상한 (+2.7%p)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  층별 식별률 전체 곡선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  층별 attention 분포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A6  재현성·환경·한계</a:t>
            </a:r>
            <a:endParaRPr lang="en-US" sz="135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50" dirty="0">
                <a:solidFill>
                  <a:srgbClr val="D7E4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A7  [미확정] 오늘 밤 산출분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A0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설계 상세 — 4개 문항군(셀)과 10개 조건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방해 이미지에 질의 객체 있음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정답 '없다'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셀1 · 주 오염 측정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(없다→있다 뒤집힘 예상)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셀3 · 대조군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정답 '있다'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셀4 · 대조군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셀2 · 반대 방향 오염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(있다→없다)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766560" y="16916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프롬프트: "In the first image, is there a ○○? Answer with Yes or No."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10개: 차단 없음(M) / 4·8·12·16·20·24층부터 차단 / 완전 차단(T0) / 이미지 1장(S) / 역방향 차단(T-rel)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평가: 생성 없이 다음 토큰의 Yes/No 확률 비교 · 통계: 동일 문항 짝지은 McNemar 검정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이미지: 같은 상위 범주의 다른 COCO 사진 — 객체 유무는 annotation으로 검증, 4셀 균형 배정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02920" y="48920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양방향(셀1·셀2)을 두는 이유: '예'라고만 답하는 편향(yes-bias) 같은 단일 편향으로는 두 방향을 동시에 설명할 수 없기 때문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결과표 — 조건 × 문항군 정답률, 회복/부작용, p값</a:t>
            </a:r>
            <a:endParaRPr lang="en-US" sz="2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201400" cy="914400"/>
        </p:xfrm>
        <a:graphic>
          <a:graphicData uri="http://schemas.openxmlformats.org/drawingml/2006/table">
            <a:tbl>
              <a:tblPr/>
              <a:tblGrid>
                <a:gridCol w="1244600"/>
                <a:gridCol w="1244600"/>
                <a:gridCol w="1244600"/>
                <a:gridCol w="1244600"/>
                <a:gridCol w="1244600"/>
                <a:gridCol w="1244600"/>
                <a:gridCol w="1244600"/>
                <a:gridCol w="1244600"/>
                <a:gridCol w="1244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회복(셀1)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부작용(셀1)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p(셀1)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 1장 (S)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차단 없음 (M)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4층부터 차단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6.0e-7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8층부터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6.7e-8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16층부터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1.9e-7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24층부터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완전 차단 (T0)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6.7e-8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역방향 차단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3.6e-38*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58064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역방향 차단은 600문항 전체 검정 · 12/20층 포함 전체 그리드는 results/table1.csv · 내일 세분화 그리드(12점) 추가 예정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'두 장 비교' 질문 상세 — "두 이미지 모두에 ○○ 있나요?" (3종 × 100문항)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201400" cy="914400"/>
        </p:xfrm>
        <a:graphic>
          <a:graphicData uri="http://schemas.openxmlformats.org/drawingml/2006/table">
            <a:tbl>
              <a:tblPr/>
              <a:tblGrid>
                <a:gridCol w="1244600"/>
                <a:gridCol w="1244600"/>
                <a:gridCol w="1244600"/>
                <a:gridCol w="1244600"/>
                <a:gridCol w="1244600"/>
                <a:gridCol w="1244600"/>
                <a:gridCol w="1244600"/>
                <a:gridCol w="1244600"/>
                <a:gridCol w="1244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문항 유형 (정답)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차단 없음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24층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20층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16층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12층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8층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4층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완전 차단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1번에만 있음 ('아니오')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2번에만 있음 ('아니오')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둘 다 있음 ('예')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794760"/>
            <a:ext cx="11201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본편(핵심 그림)의 빨간 곡선은 1행입니다 — '아니오'가 정답이려면 2번 이미지를 반드시 확인해야 하므로, 차단하면 무너지는 것이 정상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2행이 차단 시 1.00이 되는 이유: 2번이 안 보이면 모델이 '한 장짜리 문제'로 축소해 '아니오'를 답함(우연히 정답) — 차단의 완전성을 보여주는 부수 증거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3행이 평평한 이유: 1번만 보고도 '예'로 기울 수 있어 판별력이 낮음 — 그래서 본편 판정은 1행 기준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A3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반대 방향 오염('있다→없다')과 확신도(margin) 민감도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91640"/>
          <a:ext cx="10515600" cy="9144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확신도 낮은 문항 제외 기준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 오염: 없다→있다 (셀1)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반대: 있다→없다 (셀2)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회복률 (셀1, 4층 차단)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제외 없음 (전체)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21.3%  (150문항)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12.7%  (150문항)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확신도 ≥ 0.25만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21.4%  (131)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8.6%  (128)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확신도 ≥ 0.5만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18.9%  (111)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1.0%  (103)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확신도 ≥ 1.0만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16.2%  (74)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0.0%  (78)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22960" y="44348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 오염(셀1)은 확신도 높은 문항만 남겨도 16~21%로 유지 → 경계선 문항의 착시가 아님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반대 방향(셀2)은 확신도 0.5 이상에서 사실상 소멸 → 결정 경계 근처의 흔들림으로 해석, 본편 주장에서 제외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따라서 본편은 셀1 + 인과 실험(역방향 차단)만으로 구성 — 약한 증거는 약하다고 표기하는 원칙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A3b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자체 반증 점검 — "차단이 이미지 1장보다 낫다"는 주장은 성립하지 않는다</a:t>
            </a:r>
            <a:endParaRPr lang="en-US" sz="2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2014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600200"/>
                <a:gridCol w="1600200"/>
                <a:gridCol w="1600200"/>
                <a:gridCol w="1600200"/>
                <a:gridCol w="1600200"/>
                <a:gridCol w="160020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정답 '없다'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정답 '없다'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정답 '있다'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정답 '있다'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'있다' 응답률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이미지 1장 (S)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4층부터 차단 (T4)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완전 차단 (T0)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0.953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0.845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16층부터 차단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E8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0.367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977640"/>
            <a:ext cx="11201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관찰: 차단하면 정답이 '없다'인 문항군은 전부 오르고(초록), '있다'인 문항군은 전부 내린다(빨강) — 그리고 '있다' 응답률 자체가 감소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이는 정확도 향상이 아니라 판정 기준이 '없다' 쪽으로 이동한 것. 전체 정답률은 84.0% vs 84.2%로 사실상 동일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따라서 "단일 이미지보다 정확하다"는 주장은 폐기. 올바른 서술은 "차단이 멀티이미지 손실을 단일 이미지 수준으로 회복시킨다"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단, 본편의 핵심 주장(M → T4)은 무관하게 유효: 같은 layout·같은 프롬프트에서 오염 문항군만 +20%p, 오염 없는 대조군은 −2%p — 기준 이동이면 둘 다 올랐어야 함 (응답률 이동폭 3.8%p로는 20%p 설명 불가)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A3c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'이미지별 배분'의 상한 — 문항마다 최적 깊이를 완벽히 알아도 +2.7%p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11201400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240280"/>
                <a:gridCol w="2240280"/>
                <a:gridCol w="2240280"/>
                <a:gridCol w="2240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문항군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전역 최적 1개 사용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문항별 최적을 안다면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상한 이득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문항별 최적깊이 표준편차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 1 (n=150)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+2.7%p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 (범위 16~24)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셀 2 (n=150)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0.747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627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+2.7%p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3B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429000"/>
            <a:ext cx="11201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 1의 66%는 어느 깊이에서 잘라도 정답 — 애초에 깊이에 무관한 문항이다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 깊이 요구는 개별 이미지/문항의 속성이 아니라 **질문 유형**의 속성이다 (셀1 vs 비교질문은 +21 vs −51%p로 극명)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선행연구도 같은 방향: γ-MoD(ICLR'25)는 depth 여유도를 오프라인 50샘플로 한 번 정하고 고정하며 'task가 달라도 대체로 일관'이라 보고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함의: '이미지별 배분'이라는 표현은 과하다. 정확히는 '질문 유형별 깊이 정책' — 그리고 질문 유형은 텍스트만으로 0층에서 판정 가능하다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5897880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자체 사후 분석 (GPU 불필요) — 리뷰어가 지적하기 전에 우리가 먼저 계산한 것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A4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층별 '관련 이미지' 식별률 — 16개 신호 평균 기준 (n=600)</a:t>
            </a:r>
            <a:endParaRPr lang="en-US" sz="2200" dirty="0"/>
          </a:p>
        </p:txBody>
      </p:sp>
      <p:pic>
        <p:nvPicPr>
          <p:cNvPr id="4" name="Image 0" descr="/Users/hansangmin/Source-Depth/results/aux_chartA_ident_by_lay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10789920" cy="39227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7607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16개 신호(head)를 평균하면 8층 72.5%(당초 판정 기준 미달 지점) — 단일 신호 선택 시 8층 99.8% (본편 질문③)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A5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층별 attention 분포 — 정답 문항 vs 뒤집힌 문항</a:t>
            </a:r>
            <a:endParaRPr lang="en-US" sz="2200" dirty="0"/>
          </a:p>
        </p:txBody>
      </p:sp>
      <p:pic>
        <p:nvPicPr>
          <p:cNvPr id="4" name="Image 0" descr="/Users/hansangmin/Source-Depth/results/fig2_attention_pro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691640"/>
            <a:ext cx="8686800" cy="4828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644652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20층 이후 두 이미지의 참조량이 갈라짐 — 본편 '같은 층 전환' 관찰과 정합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A6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재현성 · 환경 · 한계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환경: RTX 3090 24GB × 1 · torch 2.5.1+cu121 · transformers 4.52.3 · Qwen2.5-VL-3B-Instruct (BF16, eager) · 실측 36 layers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재현성: 난수 고정(seed 42) · 판정 기준 사전 등록(문서 동결) · 전 결과 raw 보존 · 실행 로그·버전 기록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규모·비용: 본 실험 29분 + 야간 확장 실험 · GPU 1장 · 오류 중단 0건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동점 처리: Yes/No 확률이 같은 104건(1.7%)은 사전 규정('없다'로 판정)대로 처리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저장소: github.com/hsmai/Source-Depth (private) — 코드·데이터 명세·문서·판정 기준·raw 결과 전부 버전 관리</a:t>
            </a:r>
            <a:endParaRPr lang="en-US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3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한계(정직 고지): 정답 이미지 위치 고정(oracle) · 단일 물체 질문 중심 · 3B 단일 모델(7B 재현 진행 중) · 속도는 프로토타입 실측 · COCO 주석 노이즈 36건(6%)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37744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F77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A7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9893808" y="256032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E8890C"/>
          </a:solidFill>
          <a:ln/>
        </p:spPr>
      </p:sp>
      <p:sp>
        <p:nvSpPr>
          <p:cNvPr id="4" name="Text 2"/>
          <p:cNvSpPr/>
          <p:nvPr/>
        </p:nvSpPr>
        <p:spPr>
          <a:xfrm>
            <a:off x="9893808" y="256032"/>
            <a:ext cx="17922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미확정 · 내일 오전 업데이트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512064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밤 산출 중 — 내일 오전 이 칸들을 채웁니다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DF3E3"/>
          </a:solidFill>
          <a:ln w="15875">
            <a:solidFill>
              <a:srgbClr val="E8890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04088" y="1901952"/>
            <a:ext cx="32552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자리 뒤집기 대조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질문③ 신호가 '자리 선호'인지 '관련도'인지 확정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본편 질문③ 해석 확정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173736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DF3E3"/>
          </a:solidFill>
          <a:ln w="15875">
            <a:solidFill>
              <a:srgbClr val="E8890C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90288" y="1901952"/>
            <a:ext cx="32552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이미지별 '차등' 깊이 실측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방해 4층 + 대상 28층을 동시에 적용 — 방법의 첫 실제 구동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결론·계획 슬라이드 갱신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75320" y="173736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DF3E3"/>
          </a:solidFill>
          <a:ln w="15875">
            <a:solidFill>
              <a:srgbClr val="E8890C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8476488" y="1901952"/>
            <a:ext cx="32552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'모두 똑같이 자르기'와 비교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방식(모든 이미지 같은 층 차단)과 동일 예산 비교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선행연구 슬라이드 보강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DF3E3"/>
          </a:solidFill>
          <a:ln w="15875">
            <a:solidFill>
              <a:srgbClr val="E8890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04088" y="4005072"/>
            <a:ext cx="32552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선택기(CLIP)와 비교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"CLIP으로 고르면 되지 않나"에 대한 정면 비교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질문 대응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89120" y="384048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DF3E3"/>
          </a:solidFill>
          <a:ln w="15875">
            <a:solidFill>
              <a:srgbClr val="E8890C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590288" y="4005072"/>
            <a:ext cx="32552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 손잡이(α) 곡선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'오류율 상한을 정하고 계산 최소화' — 정확도·절감 곡선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계획 슬라이드 보강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75320" y="384048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DF3E3"/>
          </a:solidFill>
          <a:ln w="15875">
            <a:solidFill>
              <a:srgbClr val="E8890C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476488" y="4005072"/>
            <a:ext cx="32552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E88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 모델 재현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실험을 2배 큰 모델에서 — 스케일 일반화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한계 항목 해소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야간 자동 체인 실행 중 · 실패 시 자동 재제출(watchdog) · 전 단계 이어하기(resume) 지원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2026-08-12T02:41:03Z</dcterms:created>
  <dcterms:modified xsi:type="dcterms:W3CDTF">2026-08-12T02:41:03Z</dcterms:modified>
</cp:coreProperties>
</file>