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어젯밤 사전등록 다섯 건을 실행했고 세 건 통과, 두 건 실패입니다. 통과한 것부터 말씀드리면, 오라클 없이 작동하는 수치가 처음 나왔고, 기여가 판별이 아니라 개입이라는 게 분명해졌고, FOCUS와 직접 비교해서 이겼습니다.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크게 지적받을 약점이 벤치마크가 위치를 알려준다는 점이었습니다. 그래서 위치를 없앤 벤치를 만들었는데, 문제가 사라지기는커녕 더 커졌습니다. 3B는 무개입이 찍기보다 못합니다. 정답이 없다인 문항에서 정확도가 0.267입니다.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헤드라인입니다. 지금까지 모든 숫자는 오라클이었는데, 이번에 컨트롤러를 포함한 실현 수치를 처음 쟀습니다. 6조건 중 5조건이 통과했고, 방해 사진이 많을수록 이득이 커집니다. 정확도로 봐도 0.477에서 0.697입니다.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이번에 새로 나온 가장 중요한 결과입니다. 같은 컨트롤러가 고른 같은 사진인데, 통째로 지우느냐 읽기만 끊느냐로 0.11 차이가 납니다. 6조건 중 5조건 유의합니다. 컨트롤러가 틀려도 읽기만 끊는 쪽이 덜 망가집니다. 그래서 우리 기여는 판별이 아니라 개입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FOCUS와 처음으로 직접 비교했습니다. 3B에서는 유의하게 이겼고 7B에서는 동급입니다. 판별 정확도는 두 스케일 모두 마스킹이 높습니다. 다만 원 논문 재현이 아니라 개입 수단만 통제한 비교라는 점은 논문에도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실패한 것을 먼저 말씀드립니다. 경로 대비는 방해가 정답 방향으로 미는 문항에서 크게 해로워서 방법이 아니라 진단 도구로 격하합니다. 통합 주장은 MIMIC식이 무개입보다 나빠서 철회합니다. 기권 게이트와 top-k 일반화는 폐기합니다. 전부 사전등록에 적어둔 실패 경로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약점은 판별입니다. 새 벤치에서 CLIP이 우리보다 잘 골랐습니다. 이 벤치가 CLIP에 유리한 설계라는 점은 있지만 그대로 보고합니다. 중요한 건 둘이 서로 다른 문항을 맞힌다는 것이고, 그래서 지금 CLIP이 고른 사진으로 개입 방식만 바꾸는 실험을 돌리고 있습니다. 이게 재현되면 우리 기여가 개입이라는 게 확정됩니다.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포지션입니다. selector 경쟁이 아니라 개입 방식 논문으로 갑니다. 기여 다섯 가지는 전부 실측이고 사전등록 후 실행했습니다. 쓰지 않을 주장도 명시했습니다. 검증해봤더니 성립하지 않는 것들입니다.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11주 남았습니다. 1주차 공개 벤치마크가 중단 조건입니다. 지금 결과가 전부 자체 제작 벤치와 예아니오 단답에 한정되어 있어서, 공개 벤치에서 재현되지 않으면 접겠습니다.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실험 결과 보고 · 한상민 · 2026-08-26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없이 작동하고, FOCUS를 이깁니다.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다만 두 가지 주장은 접었습니다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243230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어젯밤 사전등록 5건 실행 · 3건 통과 · 2건 실패 · 전부 그대로 보고드립니다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00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 확보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210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사진 3장에서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0.521 → 0.764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0.477 → 0.697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413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없는 첫 수치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기여가 분명해짐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6210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선택으로 비교 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읽기차단 0.764 &gt; 통째삭제 0.647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6조건 중 5조건 유의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413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'무엇을 자르는가'가 기여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301752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00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대비 우위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621024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FOCUS식 0.599 vs 우리 0.764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[+0.117, +0.210]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판별도 0.730 vs 0.637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5413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문항·같은 레시피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재확인 — 위치를 알려주지 않는 새 벤치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질문에서 위치 단서를 없앴더니 문제가 더 심각해졌습니다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벤치의 약점: 질문이 "첫 번째 사진"이라고 위치를 알려줌 → 글자만 읽는 모듈도 만점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벤치: "microwave가 있는 사진에 boat가 있나?"  — 관련 사진을 내용으로만 특정, 위치 무작위, 600문항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39696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무개입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실현(우리)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오라클−무개입 95%CI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사진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[+0.413, +0.545]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사진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[+0.449, +0.576]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사진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[+0.108, +0.187]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사진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[+0.172, +0.269]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986784"/>
            <a:ext cx="5532120" cy="1554480"/>
          </a:xfrm>
          <a:prstGeom prst="roundRect">
            <a:avLst>
              <a:gd name="adj" fmla="val 3529"/>
            </a:avLst>
          </a:prstGeom>
          <a:solidFill>
            <a:srgbClr val="FBEAEA"/>
          </a:solidFill>
          <a:ln w="16510">
            <a:solidFill>
              <a:srgbClr val="D627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3B는 무개입이 우연(0.5)보다 낮습니다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4389120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정답이 "없다"인 문항만 보면 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무개입 정확도  0.267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개입 후  0.973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사진의 물건을 그대로 답합니다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3986784"/>
            <a:ext cx="5504688" cy="1554480"/>
          </a:xfrm>
          <a:prstGeom prst="roundRect">
            <a:avLst>
              <a:gd name="adj" fmla="val 3529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결과가 프롬프트 산물이 아니었습니다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9944" y="4389120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위치를 알려주지 않으면 문제가 사라질까 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벤치인데, 오히려 더 커졌습니다.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방향으로 계속할 근거가 확보됐습니다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판별력 점수 = 맞다/아니다를 가려내는 능력. 0.5는 찍기. n=600, COCO 기반, 사전 등록 후 측정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 1 — 오라클 없이 작동하는가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방해인지 알려주지 않아도 작동합니다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 모든 수치는 "방해 사진이 어느 것인지 알려준" 조건이었습니다. 이번에 처음으로 컨트롤러를 포함한 실현 수치를 쟀습니다.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무개입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 (컨트롤러 포함)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 (상한)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실현−무개입 95%CI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[+0.031, +0.089]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통과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[+0.126, +0.212]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통과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[+0.196, +0.294]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통과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[+0.012, +0.046]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통과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[−0.007, +0.030]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[+0.003, +0.036]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통과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840480"/>
            <a:ext cx="5532120" cy="1700784"/>
          </a:xfrm>
          <a:prstGeom prst="roundRect">
            <a:avLst>
              <a:gd name="adj" fmla="val 3226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3950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임계값 정확도로 봐도 (3B, 방해 3장)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무개입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383280" y="4261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0.4767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(우리)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8328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0.6967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882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(상한)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83280" y="4882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2303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"예" 응답 비율도 0.610 → 0.517로 함께 교정됐습니다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9632" y="3840480"/>
            <a:ext cx="5504688" cy="1700784"/>
          </a:xfrm>
          <a:prstGeom prst="roundRect">
            <a:avLst>
              <a:gd name="adj" fmla="val 3226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9944" y="3950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격차는 판별 오류입니다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9944" y="42428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0.764 vs 오라클 0.903 — 이 차이는 컨트롤러가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사진을 잘못 고른 문항에서 나옵니다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(3B 판별 정확도 0.730).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확신도가 낮으면 개입하지 않는 방식(기권)을 시도했으나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기권율도 항상 개입보다 못했습니다. 폐기했습니다.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방해 사진이 많을수록 이득이 커집니다: +0.059 → +0.168 → +0.243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 2 — 이 연구의 기여가 무엇인가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기여는 '어느 사진을 고르는가'가 아니라 '무엇을 자르는가'입니다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컨트롤러가 고른 같은 사진으로, 자르는 방식만 바꿔 비교했습니다.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50468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778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방식 — 통째로 뺀다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사진을 입력에서 제거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177393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0.6472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069080" y="24323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· 방해 3장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1481328"/>
            <a:ext cx="5504688" cy="1371600"/>
          </a:xfrm>
          <a:prstGeom prst="roundRect">
            <a:avLst>
              <a:gd name="adj" fmla="val 4000"/>
            </a:avLst>
          </a:prstGeom>
          <a:solidFill>
            <a:srgbClr val="E9F4EE"/>
          </a:solidFill>
          <a:ln w="1778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— 읽는 칸만 지운다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19088" y="1883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두고 질문의 읽기만 차단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65792" y="177393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0.7643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65792" y="24323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· 방해 3장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1517904"/>
                <a:gridCol w="1517904"/>
                <a:gridCol w="1517904"/>
                <a:gridCol w="151790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읽기만 차단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통째로 삭제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차이 95%CI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[+0.061, +0.117]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[+0.086, +0.150]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[+0.088, +0.147]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[−0.005, +0.026]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2장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[+0.008, +0.052]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[+0.010, +0.056]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275320" y="2999232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8F1FA"/>
          </a:solidFill>
          <a:ln w="17780">
            <a:solidFill>
              <a:srgbClr val="1F77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3127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중요한가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85632" y="3438144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6조건 중 5조건 유의.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컨트롤러가 틀린 문항에서도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"지우지 않고 읽기만 끊는" 쪽이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회복력이 큽니다.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판별은 남이 해줘도 됩니다.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기여는 개입 방식입니다.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566928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점수(AUC) · n=300 · paired bootstrap 2000회 · 두 조건 모두 같은 컨트롤러 선택 사용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77B4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연구의 포지션이 분명해졌습니다: selector 논문이 아니라 '개입 방식' 논문입니다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 3 — 기존 연구와 직접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레시피에서 개입 수단만 바꿔 비교했습니다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 비교 대상이 '오라클 전면 차단'뿐이라 FOCUS와 한 번도 비교하지 못했습니다. 같은 문항·같은 N+1 논리에서 개입 수단만 교체했습니다.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무개입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(픽셀 노이즈)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VCD식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(attention 마스크)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우리−FOCUS 95%CI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[+0.036, +0.094]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[+0.117, +0.210]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1장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[−0.005, +0.030]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 · 방해 3장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[−0.001, +0.033]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602736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37124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 정확도도 마스킹이 더 높습니다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041648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우리(마스킹)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FOCUS식(노이즈)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199632" y="3602736"/>
            <a:ext cx="5504688" cy="1371600"/>
          </a:xfrm>
          <a:prstGeom prst="roundRect">
            <a:avLst>
              <a:gd name="adj" fmla="val 4000"/>
            </a:avLst>
          </a:prstGeom>
          <a:solidFill>
            <a:srgbClr val="FFF8E8"/>
          </a:solidFill>
          <a:ln w="16510">
            <a:solidFill>
              <a:srgbClr val="B06A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9944" y="37124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정직하게 붙이는 조건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9944" y="40050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7B는 동급입니다 (CI가 0에 접함). 정확도 축에서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7B 우위는 주장하지 않습니다.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원 논문의 하이퍼파라미터를 그대로 옮긴 재현이 아니라,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"N+1 반사실 + 개입 수단"만 통제한 비교입니다.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5084064"/>
            <a:ext cx="11201400" cy="512064"/>
          </a:xfrm>
          <a:prstGeom prst="roundRect">
            <a:avLst>
              <a:gd name="adj" fmla="val 10714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084064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차이: 우리는 attention만 바꾸므로 이미지 인코딩(비용의 66%)을 N+1회 전부 재사용할 수 있고, 픽셀을 바꾸는 방식은 매번 다시 인코딩해야 합니다 — 단 재사용 구현은 아직 없습니다.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3B에서 유의하게 우위, 7B에서 동급. 판별 정확도는 두 스케일 모두 우위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것 — 사전등록대로 그대로 보고드립니다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가지 주장을 접고, 두 가지 시도를 폐기했습니다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BEAEA"/>
          </a:solidFill>
          <a:ln w="1524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3533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대비 (0.974)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82496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정답과 같은 방향으로 미는 문항에서 0.988 → 0.862 로 크게 해로움 (CI [−0.179, −0.078]). 어느 경우인지 미리 알 수 없으므로 자동 적용 불가.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66760" y="14996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'방법'이 아니라 '진단 도구'로 격하. 사전등록에 적어둔 실패 경로 그대로.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BEAEA"/>
          </a:solidFill>
          <a:ln w="1524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4203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420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주장 (막기 vs 열기)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8529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MIMIC식 균일 차단이 무개입보다 나쁨 (3B 0.412 vs 0.697, 7B 0.852 vs 0.869, 둘 다 유의). '우리 분해가 양 진영을 설명한다'는 성립하지 않음.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26700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철회. 남는 것은 '이미지끼리 차단은 층 구간을 어떻게 잡든 해롭다'.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71246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124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694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기권(abstention) 게이트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02336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확신도가 낮으면 개입하지 않는 방식. 기권율 10~70% 전 구간에서 항상 개입보다 못함 (3B 0.764 → 0.718 → 0.544).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8404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확신도 신호는 오판을 식별하지 못함.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36592"/>
            <a:ext cx="11201400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88289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882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864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일반화 가설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519379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사진이 필요한 질문에서 top-2 유지가 top-1보다 낫지 않음 (3B 0.644 vs 0.623, CI 0 포함).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66760" y="50109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단 top-1만 남겨도 유의한 손해는 없었음 (do-no-harm은 통과).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실험 전에 판정 기준을 문서로 고정하고 실행한 것이 누적 10건, 그중 6건이 기준 미달이거나 예측과 반대였습니다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약점 하나와, 지금 돌고 있는 검증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판별에서는 CLIP에 밀립니다 — 그래서 무엇을 검증 중인가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1481328"/>
          </a:xfrm>
          <a:prstGeom prst="roundRect">
            <a:avLst>
              <a:gd name="adj" fmla="val 3704"/>
            </a:avLst>
          </a:prstGeom>
          <a:solidFill>
            <a:srgbClr val="FFF8E8"/>
          </a:solidFill>
          <a:ln w="16510">
            <a:solidFill>
              <a:srgbClr val="B0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벤치(anchor)에서 CLIP이 우리 컨트롤러보다 방해 사진을 잘 골랐습니다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27632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(하나씩 빼보기)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둘 중 하나라도 맞음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사진 2장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· 사진 3장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35240" y="16276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벤치는 anchor 객체를 문장에 명시하므로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CLIP에 유리한 설계입니다. 그대로 보고합니다.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다만 둘은 서로 다른 문항을 맞힙니다 —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우리만 맞은 문항이 27~58건.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83464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 w="17780">
            <a:solidFill>
              <a:srgbClr val="1F77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9443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GPU에서 돌고 있는 검증 — "판별을 남이 해줘도 우리 개입이 이득인가?"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CLIP이 고른 사진으로 개입 방식만 바꿔 비교합니다:   CLIP + 읽기차단   vs   CLIP + 통째삭제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앞의 결과(핵심 결과 2)가 CLIP 선택에서도 재현되면 — 판별자는 무엇이든 좋고, 우리 기여는 개입이라는 게 확정됩니다.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합집합 상한 0.91~0.93도 함께 검증합니다 (CLIP ∪ 우리 선택 유지).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4370832"/>
            <a:ext cx="11201400" cy="1207008"/>
          </a:xfrm>
          <a:prstGeom prst="roundRect">
            <a:avLst>
              <a:gd name="adj" fmla="val 4545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4805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밖에 아직 못 한 것 — 순서대로 진행 예정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" y="477316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공개 벤치마크 (MuirBench · BLINK)  ← 2주차 중단 조건: 여기서 재현 안 되면 접습니다     ② 다른 모델군 (LLaVA-OneVision 등)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인코더 재사용 구현 후 실측 속도 (지금은 계산상 절감만 있음)     ④ 생성(자유 서술) 평가 — 현재 마스크는 prefill 전용이라 적용 가능성부터 확인 필요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방해 사진 5~8장 확장 (지금 최대 3장)     ⑥ 프롬프트 문구 강건성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7B는 8층까지만 판별 절단 가능(0.930), 16층에서 0.790으로 떨어짐 — 비용 절감 주장은 3B보다 약합니다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논문을 어떻게 쓸 것인가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논문이 아니라 '개입 방식' 논문으로 갑니다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1F3B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문장   </a:t>
            </a:r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환각의 해악은 「질문 → 무관 이미지」 읽기 경로로만 흐르므로,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이미지를 지우지 말고 그 칸만 끊어야 한다 — 지우는 것보다, 픽셀을 바꾸는 것보다 낫다.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249424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 5가지 — 전부 실측, 사전 등록 후 실행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20140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기전 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읽기 경로에만. 이미지끼리 혼합은 오히려 보호적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XIMG 차단이 이득인 설정 0/8건 · 두 배치 × 두 모델 일관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62656"/>
            <a:ext cx="11201400" cy="365760"/>
          </a:xfrm>
          <a:prstGeom prst="roundRect">
            <a:avLst>
              <a:gd name="adj" fmla="val 15000"/>
            </a:avLst>
          </a:prstGeom>
          <a:solidFill>
            <a:srgbClr val="EFF4F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962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2962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방식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962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선택으로도 읽기차단 &gt; 통째삭제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조건 6개 중 5개 유의 · 3B +0.088~+0.147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1120140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64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대비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364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레시피에서 픽셀 노이즈보다 우위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[+0.117,+0.210] · 판별도 0.730 vs 0.637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11201400" cy="365760"/>
          </a:xfrm>
          <a:prstGeom prst="roundRect">
            <a:avLst>
              <a:gd name="adj" fmla="val 15000"/>
            </a:avLst>
          </a:prstGeom>
          <a:solidFill>
            <a:srgbClr val="EF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3767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없이 작동. 방해가 많을수록 이득 증가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89520" y="3767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0.521 → 0.764 · 정확도 0.477 → 0.697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169664"/>
            <a:ext cx="1120140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70432" y="4169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벤치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단서 없는 멀티이미지 환각 벤치 600문항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4169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무개입이 우연 이하(0.453)까지 떨어지는 난이도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66344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7731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쓰지 않을 주장 (검증했으나 성립하지 않음)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06577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"training-free 최초" · "층 단위 개입 최초" · "개입으로 원인 검증 최초" (전부 선행연구 있음)  ·  "양 진영을 통합한다" (반증됨)  ·  "selector보다 잘 고른다" (CLIP에 밀림)  ·  "더 빠르다" (구현 없음)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77B4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남은 차별점: 여러 사진 중 특정 한 장으로 가는 '읽기 경로'만 끊은 연구는 문헌에 없습니다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2027 마감까지 11주 — 중단 조건을 먼저 둡니다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252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74520" y="122529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벤치마크 포팅 (MuirBench · BLINK yes/no 서브셋)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92440" y="12252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여기서 재현 안 되면 접습니다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74520" y="188366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모델군 1개 (LLaVA-OneVision-7B) · 마스크 훅 포팅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92440" y="18836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기전이 Qwen 고유물이 아닌가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420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74520" y="25420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 재사용 구현 → 실측 속도 · 방해 5~8장 확장 · 실패 사례 분석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25420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비용 주장 확정 / 실패 꼬리 특성화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004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74520" y="3200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생성(자유 서술) 평가 · 프롬프트 강건성 · 통계 정비(seed 3개)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32004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yes/no 논문이 아니게 만들기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58768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587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874520" y="38587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 → 내부 리뷰 2회 → 리뷰어 공격 대비 ablation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92440" y="385876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171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11주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874520" y="45171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버퍼 · 초록 11/06 · 제출 11/13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451713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285232"/>
            <a:ext cx="11201400" cy="658368"/>
          </a:xfrm>
          <a:prstGeom prst="roundRect">
            <a:avLst>
              <a:gd name="adj" fmla="val 8333"/>
            </a:avLst>
          </a:prstGeom>
          <a:solidFill>
            <a:srgbClr val="3A2430"/>
          </a:solidFill>
          <a:ln w="15240">
            <a:solidFill>
              <a:srgbClr val="6B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85232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큰 위험: 지금 모든 결과가 COCO 기반 자체 제작 벤치와 예/아니오 단답에 한정됩니다. 공개 벤치에서 재현되지 않으면 1주차에 접습니다.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2026-08-25T04:36:33Z</dcterms:created>
  <dcterms:modified xsi:type="dcterms:W3CDTF">2026-08-25T04:36:33Z</dcterms:modified>
</cp:coreProperties>
</file>