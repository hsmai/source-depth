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결론부터 말씀드리겠습니다. 가설의 앞부분은 확인했고, 뒷부분은 제 손으로 반증했습니다. 다만 어제 '이미 나온 연구가 있어서 접어야겠다'고 판단했던 걸 원문으로 확인해 보니 제가 수치를 잘못 읽었더군요. 그래서 1주일만 더 확인하고 진행/중단을 확정하고 싶습니다.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설계의 핵심은 대조군입니다. 방해 이미지에 물건이 있는 문항과 없는 문항을 똑같이 150개씩 두면, 뒤집힘이 물건 때문인지 아닌지 바로 구분됩니다.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숫자만 보시면 됩니다. 21%가 뒤집혔고, 81%가 회복됐고, 반대로 자르면 무너집니다. 그림은 몇 층에서 자르느냐에 따른 정답률인데, 16층 이전에 자르면 방해 이미지가 없었던 것과 같은 수준입니다.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세 개가 오늘 보고의 중심입니다. 특히 첫 번째 — 순서를 뒤집었더니 신호가 무너진 것 — 은 제 방법만의 문제가 아니라 얕은 층 attention을 쓰는 기존 방법들에도 해당됩니다.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어제 저는 이 논문 때문에 접어야겠다고 판단했었습니다. 그런데 원문 19페이지를 직접 대조해 보니 핵심 수치를 잘못 읽었더군요. 보고된 큰 향상은 마스킹이 아니라 학습 데이터가 만든 것이고, 동일 조건에서 마스킹 단독 효과는 3.3점입니다. 게다가 파인튜닝이 전제입니다.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1주일이면 충분합니다. 인프라와 데이터가 이미 다 있어서 새로 만들 게 없습니다. 그리고 이번에도 판정 기준을 먼저 정해두고 들어가겠습니다 — 게이트 1과 2가 모두 실패하면 미련 없이 접겠습니다.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A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SOURCEDEPTH · 검증 실험 결과 보고 · 2026-08-12 · 한상민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155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가설의 앞부분은 확인됐고,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뒷부분은 제 손으로 반증했습니다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4231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FC6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"이미지마다 계산 깊이를 다르게 주면 환각이 줄고 계산도 준다" — 3일간 6,000회 이상 측정한 결과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3611880" cy="3017520"/>
          </a:xfrm>
          <a:prstGeom prst="roundRect">
            <a:avLst>
              <a:gd name="adj" fmla="val 3030"/>
            </a:avLst>
          </a:prstGeom>
          <a:solidFill>
            <a:srgbClr val="1D3850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2644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E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확인된 것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776472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무관한 이미지가 답의 21%를 뒤집고(대조군 0%),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차단하면 81%가 회복된다.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간 차등 배분 이득 +30.7%p (위치 무관)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54406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인과까지 확인 (p=4×10⁻³⁸)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3063240"/>
            <a:ext cx="3611880" cy="3017520"/>
          </a:xfrm>
          <a:prstGeom prst="roundRect">
            <a:avLst>
              <a:gd name="adj" fmla="val 3030"/>
            </a:avLst>
          </a:prstGeom>
          <a:solidFill>
            <a:srgbClr val="1D3850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32644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무너진 것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3776472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관련 이미지를 스스로 판정하는 시점(22층)이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개입해야 하는 시점(16층)보다 늦다.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컨트롤러를 끼우면 −1.5%p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0" y="54406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자동화가 안 되면 쓸 수 없다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8160" y="3063240"/>
            <a:ext cx="3611880" cy="3017520"/>
          </a:xfrm>
          <a:prstGeom prst="roundRect">
            <a:avLst>
              <a:gd name="adj" fmla="val 3030"/>
            </a:avLst>
          </a:prstGeom>
          <a:solidFill>
            <a:srgbClr val="1D3850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32644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남은 것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66760" y="3776472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가장 가까운 연구를 원문 대조해 보니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training-free 추론시 개입과 환각 평가는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다루지 않았고, 열린 질문을 남겼다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366760" y="54406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1주일만 더 확인하고 싶습니다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실험 설계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오염이 생길 수밖에 없는 문항과 안 생기는 문항을 나란히 놓고 비교했다</a:t>
            </a:r>
            <a:endParaRPr lang="en-US" sz="2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5669280" cy="914400"/>
        </p:xfrm>
        <a:graphic>
          <a:graphicData uri="http://schemas.openxmlformats.org/drawingml/2006/table">
            <a:tbl>
              <a:tblPr/>
              <a:tblGrid>
                <a:gridCol w="1889760"/>
                <a:gridCol w="1889760"/>
                <a:gridCol w="18897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방해 이미지에 그 물건 있음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없음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정답 '없다'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주 측정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(뒤집힘 예상)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대조군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정답 '있다'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대조군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역방향 측정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02336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POPE(COCO) 600문항 · 셀당 150 · Qwen2.5-VL 3B와 7B · seed 고정 · 판정 기준 사전 동결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92240" y="16002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개입: 특정 층부터 그 이미지를 참조하지 못하게 차단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92240" y="2057400"/>
            <a:ext cx="5212080" cy="548640"/>
          </a:xfrm>
          <a:prstGeom prst="roundRect">
            <a:avLst>
              <a:gd name="adj" fmla="val 11667"/>
            </a:avLst>
          </a:prstGeom>
          <a:solidFill>
            <a:srgbClr val="EFF4F9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93408" y="20574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차단 없음   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지금의 모델 (기준선)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92240" y="2715768"/>
            <a:ext cx="5212080" cy="548640"/>
          </a:xfrm>
          <a:prstGeom prst="roundRect">
            <a:avLst>
              <a:gd name="adj" fmla="val 11667"/>
            </a:avLst>
          </a:prstGeom>
          <a:solidFill>
            <a:srgbClr val="EFF4F9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93408" y="271576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4·8·12·16·20·24층부터   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차단 시작 층을 바꿔가며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92240" y="3374136"/>
            <a:ext cx="5212080" cy="548640"/>
          </a:xfrm>
          <a:prstGeom prst="roundRect">
            <a:avLst>
              <a:gd name="adj" fmla="val 11667"/>
            </a:avLst>
          </a:prstGeom>
          <a:solidFill>
            <a:srgbClr val="EFF4F9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93408" y="337413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완전 차단   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이미지를 안 준 것과 비교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92240" y="4032504"/>
            <a:ext cx="5212080" cy="548640"/>
          </a:xfrm>
          <a:prstGeom prst="roundRect">
            <a:avLst>
              <a:gd name="adj" fmla="val 11667"/>
            </a:avLst>
          </a:prstGeom>
          <a:solidFill>
            <a:srgbClr val="FDF3E3"/>
          </a:solidFill>
          <a:ln w="12700">
            <a:solidFill>
              <a:srgbClr val="E8890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93408" y="403250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반대로 정답 이미지를 차단   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검증용 — 무너져야 정상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02920" y="47091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정합성 점검 3종 통과 후 진행: 차단이 실제로 작동(98.3%) · 채점 정상(85.5%) · 마스킹≡실제삭제(100%)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02920" y="6035040"/>
            <a:ext cx="11201400" cy="566928"/>
          </a:xfrm>
          <a:prstGeom prst="roundRect">
            <a:avLst>
              <a:gd name="adj" fmla="val 12903"/>
            </a:avLst>
          </a:prstGeom>
          <a:solidFill>
            <a:srgbClr val="1F3B57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603504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대조군을 둔 이유: '답이 뒤집히는 것'이 우연인지 방해 이미지 때문인지 숫자로 구분하기 위해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① — 확인된 것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문제는 실재하고, 차단하면 회복되며, 그 효과는 인과적이다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3657600" cy="2331720"/>
          </a:xfrm>
          <a:prstGeom prst="roundRect">
            <a:avLst>
              <a:gd name="adj" fmla="val 3922"/>
            </a:avLst>
          </a:prstGeom>
          <a:solidFill>
            <a:srgbClr val="EFF4F9"/>
          </a:solidFill>
          <a:ln w="15875">
            <a:solidFill>
              <a:srgbClr val="D627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74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21.3%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답이 뒤집힌 비율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조건 대조군은 0.0%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우연이 아니라 그 물건이 넘어온 것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645920"/>
            <a:ext cx="3657600" cy="2331720"/>
          </a:xfrm>
          <a:prstGeom prst="roundRect">
            <a:avLst>
              <a:gd name="adj" fmla="val 3922"/>
            </a:avLst>
          </a:prstGeom>
          <a:solidFill>
            <a:srgbClr val="EFF4F9"/>
          </a:solidFill>
          <a:ln w="15875">
            <a:solidFill>
              <a:srgbClr val="1F77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1874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617720" y="2651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차단으로 회복된 오답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17720" y="30632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새로 생긴 오답은 3.7% (22배)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McNemar p = 6×10⁻⁷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75320" y="1645920"/>
            <a:ext cx="3657600" cy="2331720"/>
          </a:xfrm>
          <a:prstGeom prst="roundRect">
            <a:avLst>
              <a:gd name="adj" fmla="val 3922"/>
            </a:avLst>
          </a:prstGeom>
          <a:solidFill>
            <a:srgbClr val="EFF4F9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0" y="1874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0.79 → 0.50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503920" y="2651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정답 이미지를 대신 차단하면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03920" y="30632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우연일 확률 p = 4×10⁻³⁸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상관이 아니라 인과</a:t>
            </a:r>
            <a:endParaRPr lang="en-US" sz="1100" dirty="0"/>
          </a:p>
        </p:txBody>
      </p:sp>
      <p:pic>
        <p:nvPicPr>
          <p:cNvPr id="16" name="Image 0" descr="/Users/hansangmin/Source-Depth/results/fig1b_when_to_b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4114800"/>
            <a:ext cx="7955280" cy="17830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02920" y="55321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02920" y="6035040"/>
            <a:ext cx="11201400" cy="566928"/>
          </a:xfrm>
          <a:prstGeom prst="roundRect">
            <a:avLst>
              <a:gd name="adj" fmla="val 12903"/>
            </a:avLst>
          </a:prstGeom>
          <a:solidFill>
            <a:srgbClr val="1F3B57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603504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여기까지가 좋은 소식입니다. 다만 이 숫자들은 전부 '어느 이미지가 방해인지 아는' 조건입니다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② — 무너진 것 (오늘의 핵심)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"이미지마다 다르게"라는 전제 자체가 성립하지 않았다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11201400" cy="1325880"/>
          </a:xfrm>
          <a:prstGeom prst="roundRect">
            <a:avLst>
              <a:gd name="adj" fmla="val 6207"/>
            </a:avLst>
          </a:prstGeom>
          <a:solidFill>
            <a:srgbClr val="FBEAEA"/>
          </a:solidFill>
          <a:ln w="12700">
            <a:solidFill>
              <a:srgbClr val="D627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09928"/>
            <a:ext cx="438912" cy="438912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099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68249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스스로 판정하지 못한다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325880" y="2048256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8층에서 관련 이미지를 99.8% 맞히길래 됐다 싶었는데,</a:t>
            </a:r>
            <a:endParaRPr lang="en-US" sz="10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순서를 뒤집으니 0.2%. 관련도가 아니라 '첫 번째'를 보던 것.</a:t>
            </a:r>
            <a:endParaRPr lang="en-US" sz="10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순서를 뒤집어도 맞는 신호는 22층에서야 나오는데, 차단이 효과 있는 구간은 16층 이전.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8778240" y="184708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실제로 끼워보면 무개입 대비 −1.5%p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035808"/>
            <a:ext cx="11201400" cy="1325880"/>
          </a:xfrm>
          <a:prstGeom prst="roundRect">
            <a:avLst>
              <a:gd name="adj" fmla="val 6207"/>
            </a:avLst>
          </a:prstGeom>
          <a:solidFill>
            <a:srgbClr val="FBEAEA"/>
          </a:solidFill>
          <a:ln w="12700">
            <a:solidFill>
              <a:srgbClr val="D627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172968"/>
            <a:ext cx="438912" cy="438912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1729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314553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실제로는 별로 빨라지지 않았다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325880" y="3511296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계산량 기준으로는 42% 절약인데, 실제 응답 시작 시간은 510ms → 461ms.</a:t>
            </a:r>
            <a:endParaRPr lang="en-US" sz="10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이론치의 23%밖에 실현되지 않았다.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8778240" y="331012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9.7% 단축으로는 쓸 이유가 없다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4498848"/>
            <a:ext cx="11201400" cy="1325880"/>
          </a:xfrm>
          <a:prstGeom prst="roundRect">
            <a:avLst>
              <a:gd name="adj" fmla="val 6207"/>
            </a:avLst>
          </a:prstGeom>
          <a:solidFill>
            <a:srgbClr val="FBEAEA"/>
          </a:solidFill>
          <a:ln w="12700">
            <a:solidFill>
              <a:srgbClr val="D627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636008"/>
            <a:ext cx="438912" cy="438912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6360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46085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7B에서는 현상 자체가 옅다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325880" y="4974336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답 뒤집힘이 3B 21.3% → 7B 0.7%. 단일 이미지에서 이미 94.7%라 천장 효과.</a:t>
            </a:r>
            <a:endParaRPr lang="en-US" sz="10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(문헌상 더 어려운 벤치에서는 7B도 −10.4%p로 남아 있음)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8778240" y="477316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벤치마크를 바꿔야 측정 가능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6035040"/>
            <a:ext cx="11201400" cy="566928"/>
          </a:xfrm>
          <a:prstGeom prst="roundRect">
            <a:avLst>
              <a:gd name="adj" fmla="val 12903"/>
            </a:avLst>
          </a:prstGeom>
          <a:solidFill>
            <a:srgbClr val="1F3B57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603504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다만 좋은 소식도 있습니다: 이미지 간 차등 배분 이득(+30.7%p)은 이미지 순서를 뒤집어도 80% 유지됐습니다 — 위치 때문에 생긴 착시가 아닙니다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③ — 그러면 이미 누가 했나?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어제는 '이미 나왔다'고 판단했는데, 원문을 보니 제가 잘못 읽었습니다</a:t>
            </a:r>
            <a:endParaRPr lang="en-US" sz="2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45920"/>
          <a:ext cx="11201400" cy="914400"/>
        </p:xfrm>
        <a:graphic>
          <a:graphicData uri="http://schemas.openxmlformats.org/drawingml/2006/table">
            <a:tbl>
              <a:tblPr/>
              <a:tblGrid>
                <a:gridCol w="3733800"/>
                <a:gridCol w="3733800"/>
                <a:gridCol w="37338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가장 가까운 연구 (2026.01, arXiv 2601.07812)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우리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적용 방식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LoRA 파인튜닝 필수 · 8×H100 · 합성데이터 198K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추론 시 개입 (학습 없음)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마스킹 단독 효과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+3.3점 — 보고된 큰 향상은 대부분 데이터 기여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환각 평가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없음 (POPE 언급 0회)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POPE 4셀 통제 설계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일반화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자체 벤치 밖에서는 오히려 하락 (42.7→41.2)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251960"/>
            <a:ext cx="11201400" cy="1417320"/>
          </a:xfrm>
          <a:prstGeom prst="roundRect">
            <a:avLst>
              <a:gd name="adj" fmla="val 5806"/>
            </a:avLst>
          </a:prstGeom>
          <a:solidFill>
            <a:srgbClr val="E9F4EE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4370832"/>
            <a:ext cx="10698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그들이 남긴 열린 질문이 우리 데이터와 맞물립니다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그들의 마스킹은 자체 벤치에서는 오르고 다른 벤치에서는 내려가는데, 왜 그런지 설명이 없습니다.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우리는 같은 개입이 질문 유형에 따라 부호가 뒤집히는 것을 이미 측정했습니다 — 단일이미지 질문에서 +21%p, 두 이미지 비교 질문에서 −51%p (3B 기준, 7B에서도 −41%p로 재현).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6035040"/>
            <a:ext cx="11201400" cy="566928"/>
          </a:xfrm>
          <a:prstGeom prst="roundRect">
            <a:avLst>
              <a:gd name="adj" fmla="val 12903"/>
            </a:avLst>
          </a:prstGeom>
          <a:solidFill>
            <a:srgbClr val="1F3B57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603504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training-free × 환각 × 질문 유형 조건부 — 이 칸은 아직 비어 있습니다. 다만 확인하려면 검증이 더 필요합니다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요청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1주일 안에 진행/중단을 확정하겠습니다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402336" cy="402336"/>
          </a:xfrm>
          <a:prstGeom prst="ellipse">
            <a:avLst/>
          </a:prstGeom>
          <a:solidFill>
            <a:srgbClr val="7EC8F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27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78992" y="15727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 균형화 재측정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78992" y="1901952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관련 이미지를 2번 자리로 옮겨 재측정 — 중간집계 결과 배분 이득 80% 유지(양방향 평균 +30.7%p)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6492240" y="1609344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E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배분 이득이 실재하는가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414016"/>
            <a:ext cx="402336" cy="402336"/>
          </a:xfrm>
          <a:prstGeom prst="ellipse">
            <a:avLst/>
          </a:prstGeom>
          <a:solidFill>
            <a:srgbClr val="7EC8F5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414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78992" y="23591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컨트롤러 신호 확장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78992" y="2688336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질량 대신 vision feature · hidden state probe</a:t>
            </a:r>
            <a:endParaRPr lang="en-US" sz="1030" dirty="0"/>
          </a:p>
        </p:txBody>
      </p:sp>
      <p:sp>
        <p:nvSpPr>
          <p:cNvPr id="13" name="Text 11"/>
          <p:cNvSpPr/>
          <p:nvPr/>
        </p:nvSpPr>
        <p:spPr>
          <a:xfrm>
            <a:off x="6492240" y="2395728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E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얕은 층에서 판정 가능한가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402336" cy="402336"/>
          </a:xfrm>
          <a:prstGeom prst="ellipse">
            <a:avLst/>
          </a:prstGeom>
          <a:solidFill>
            <a:srgbClr val="7EC8F5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00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78992" y="314553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유형 게이트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78992" y="3474720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유형은 텍스트만으로 0층에서 판정 가능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6492240" y="3182112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E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−51%p 실패를 피할 수 있는가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986784"/>
            <a:ext cx="402336" cy="402336"/>
          </a:xfrm>
          <a:prstGeom prst="ellipse">
            <a:avLst/>
          </a:prstGeom>
          <a:solidFill>
            <a:srgbClr val="7EC8F5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986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78992" y="3931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대조군 보강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78992" y="4261104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배분 · 완전 제거 상한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6492240" y="3968496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E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이득이 강건한가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773168"/>
            <a:ext cx="402336" cy="402336"/>
          </a:xfrm>
          <a:prstGeom prst="ellipse">
            <a:avLst/>
          </a:prstGeom>
          <a:solidFill>
            <a:srgbClr val="7EC8F5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773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78992" y="47183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선행연구 열린 질문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78992" y="5047488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마스킹이 언제 도움/해가 되는지 질문 유형 축으로</a:t>
            </a:r>
            <a:endParaRPr lang="en-US" sz="1030" dirty="0"/>
          </a:p>
        </p:txBody>
      </p:sp>
      <p:sp>
        <p:nvSpPr>
          <p:cNvPr id="28" name="Text 26"/>
          <p:cNvSpPr/>
          <p:nvPr/>
        </p:nvSpPr>
        <p:spPr>
          <a:xfrm>
            <a:off x="6492240" y="4754880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E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우리 기여가 성립하는가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02920" y="5669280"/>
            <a:ext cx="11201400" cy="868680"/>
          </a:xfrm>
          <a:prstGeom prst="roundRect">
            <a:avLst>
              <a:gd name="adj" fmla="val 8421"/>
            </a:avLst>
          </a:prstGeom>
          <a:solidFill>
            <a:srgbClr val="1D3850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57607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FC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중단 규칙을 먼저 정해두겠습니다 — 게이트 1과 2가 모두 실패하면 이 주제는 접고 다른 방향으로 넘어가겠습니다.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1장 · 기존 코드·데이터 전부 재사용 · 새로 만들 인프라 없음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유형에 따라 최적 깊이가 정반대 — 두 스케일 모두</a:t>
            </a:r>
            <a:endParaRPr lang="en-US" sz="2300" dirty="0"/>
          </a:p>
        </p:txBody>
      </p:sp>
      <p:pic>
        <p:nvPicPr>
          <p:cNvPr id="4" name="Image 0" descr="/Users/hansangmin/Source-Depth/results/fig6_xcross_both_sca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11064240" cy="3794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585216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R1: '두 이미지 모두에 X가 있나?' 정답 '아니오' — 2번 이미지를 반드시 확인해야 함. 3B 0.760→0.250(−51%p), 7B 0.950→0.540(−41%p)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예산에서 배분만 바꿨을 때 (oracle 조건)</a:t>
            </a:r>
            <a:endParaRPr lang="en-US" sz="2300" dirty="0"/>
          </a:p>
        </p:txBody>
      </p:sp>
      <p:pic>
        <p:nvPicPr>
          <p:cNvPr id="4" name="Image 0" descr="/Users/hansangmin/Source-Depth/results/fig5_allocation_vs_uni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11064240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585216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차등 배분(방해 4층 + 대상 28층) vs 일괄 차단(둘 다 16층). 3B 50.5% 절감에서 0.837 vs 0.550, 7B 38.9%에서 0.802 vs 0.715. 기준선 0.790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"적응적"이라는 표현은 못 쓴다 — 문항마다 깊이를 바꿀 필요가 없었다</a:t>
            </a:r>
            <a:endParaRPr lang="en-US" sz="2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0" y="1691640"/>
          <a:ext cx="9235440" cy="1554480"/>
        </p:xfrm>
        <a:graphic>
          <a:graphicData uri="http://schemas.openxmlformats.org/drawingml/2006/table">
            <a:tbl>
              <a:tblPr/>
              <a:tblGrid>
                <a:gridCol w="2308860"/>
                <a:gridCol w="2308860"/>
                <a:gridCol w="2308860"/>
                <a:gridCol w="23088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문항군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모든 문항에 같은 층 하나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문항마다 최적 층을 안다면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차이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셀 1 (n=150)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0.933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0.960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+2.7%p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셀 2 (n=150)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0.720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0.747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+2.7%p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3566160"/>
            <a:ext cx="10424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문항의 66%는 어느 층에서 끊어도 정답이라, 문항별로 최적화할 여지 자체가 거의 없다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즉 필요한 것은 '문항마다 조절하는 컨트롤러'가 아니라 '고정 스케줄 하나 + 어느 이미지가 방해인지'뿐이다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선행연구도 같은 방향 — γ-MoD(ICLR'25)는 깊이 여유도를 오프라인 50샘플로 한 번 정하고 고정한다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나쁜 소식: 연구 이름의 "적응적"을 못 쓴다.  좋은 소식: 방법이 훨씬 단순해진다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914400" y="57607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'이미지 간' 차등(방해는 얕게, 관련은 깊게)은 이것과 별개이며 유효하다 — 본편 참조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컨트롤러 신호를 층·head별로 전수 탐색한 결과</a:t>
            </a:r>
            <a:endParaRPr lang="en-US" sz="2300" dirty="0"/>
          </a:p>
        </p:txBody>
      </p:sp>
      <p:pic>
        <p:nvPicPr>
          <p:cNvPr id="4" name="Image 0" descr="/Users/hansangmin/Source-Depth/results/fig4_controller_feature_swe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10698480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585216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순서를 뒤집어도 맞는 head: 얕은 층 0.31~0.51(무작위), layer 22에서 0.882가 최고. 개입이 유효한 구간은 16층 이전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재현성 · 한계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환경: RTX 3090/A6000 1장 · torch 2.5.1+cu121 · transformers 4.52.3 · Qwen2.5-VL-3B(36층)/7B(28층) · BF16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규모: 본 실험 600문항×10조건 + 확장 실험 약 25,000회 forward · seed 42 · 판정 기준 사전 동결 · 오류 중단 0건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코드·데이터·raw 결과 전부 버전 관리 (github.com/hsmai/Source-Depth)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한계: 이미지 2장 세팅 · 단일 물체 yes/no 질문 중심 · POPE는 7B에게 천장(단일 94.7%) · 실측 속도는 프로토타입 · 컨트롤러 결론은 'training-free × 마지막 토큰 attention' 조건 한정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2026-08-12T04:59:35Z</dcterms:created>
  <dcterms:modified xsi:type="dcterms:W3CDTF">2026-08-12T04:59:35Z</dcterms:modified>
</cp:coreProperties>
</file>